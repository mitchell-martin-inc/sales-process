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16"/>
  </p:notesMasterIdLst>
  <p:sldIdLst>
    <p:sldId id="270" r:id="rId6"/>
    <p:sldId id="319" r:id="rId7"/>
    <p:sldId id="287" r:id="rId8"/>
    <p:sldId id="321" r:id="rId9"/>
    <p:sldId id="334" r:id="rId10"/>
    <p:sldId id="335" r:id="rId11"/>
    <p:sldId id="336" r:id="rId12"/>
    <p:sldId id="339" r:id="rId13"/>
    <p:sldId id="340" r:id="rId14"/>
    <p:sldId id="341" r:id="rId15"/>
  </p:sldIdLst>
  <p:sldSz cx="12192000" cy="6858000"/>
  <p:notesSz cx="6858000" cy="18764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9A46"/>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13F7DB-B15F-41AC-BF31-B5086A33E532}" v="21" dt="2026-06-22T14:58:19.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Lyons" userId="25555755-1d4a-48ce-a94f-19bbc1292db7" providerId="ADAL" clId="{8173B903-8B5D-4ED9-A44B-3D2C17084DE1}"/>
    <pc:docChg chg="custSel delSld modSld">
      <pc:chgData name="Jordan Lyons" userId="25555755-1d4a-48ce-a94f-19bbc1292db7" providerId="ADAL" clId="{8173B903-8B5D-4ED9-A44B-3D2C17084DE1}" dt="2026-06-22T14:58:33.615" v="236" actId="47"/>
      <pc:docMkLst>
        <pc:docMk/>
      </pc:docMkLst>
      <pc:sldChg chg="modSp mod">
        <pc:chgData name="Jordan Lyons" userId="25555755-1d4a-48ce-a94f-19bbc1292db7" providerId="ADAL" clId="{8173B903-8B5D-4ED9-A44B-3D2C17084DE1}" dt="2026-06-22T14:56:41.525" v="193" actId="20577"/>
        <pc:sldMkLst>
          <pc:docMk/>
          <pc:sldMk cId="1468701161" sldId="270"/>
        </pc:sldMkLst>
        <pc:spChg chg="mod">
          <ac:chgData name="Jordan Lyons" userId="25555755-1d4a-48ce-a94f-19bbc1292db7" providerId="ADAL" clId="{8173B903-8B5D-4ED9-A44B-3D2C17084DE1}" dt="2026-06-22T14:56:41.525" v="193" actId="20577"/>
          <ac:spMkLst>
            <pc:docMk/>
            <pc:sldMk cId="1468701161" sldId="270"/>
            <ac:spMk id="15" creationId="{186813A6-6FBA-43E5-A94B-14C71AA51922}"/>
          </ac:spMkLst>
        </pc:spChg>
      </pc:sldChg>
      <pc:sldChg chg="addSp modSp mod modAnim">
        <pc:chgData name="Jordan Lyons" userId="25555755-1d4a-48ce-a94f-19bbc1292db7" providerId="ADAL" clId="{8173B903-8B5D-4ED9-A44B-3D2C17084DE1}" dt="2026-06-22T14:58:19.648" v="235"/>
        <pc:sldMkLst>
          <pc:docMk/>
          <pc:sldMk cId="3122007392" sldId="287"/>
        </pc:sldMkLst>
        <pc:spChg chg="add mod">
          <ac:chgData name="Jordan Lyons" userId="25555755-1d4a-48ce-a94f-19bbc1292db7" providerId="ADAL" clId="{8173B903-8B5D-4ED9-A44B-3D2C17084DE1}" dt="2026-06-22T14:58:12.644" v="233" actId="1076"/>
          <ac:spMkLst>
            <pc:docMk/>
            <pc:sldMk cId="3122007392" sldId="287"/>
            <ac:spMk id="2" creationId="{C79E0C66-BB56-751C-308D-14980F0608D5}"/>
          </ac:spMkLst>
        </pc:spChg>
        <pc:spChg chg="add mod">
          <ac:chgData name="Jordan Lyons" userId="25555755-1d4a-48ce-a94f-19bbc1292db7" providerId="ADAL" clId="{8173B903-8B5D-4ED9-A44B-3D2C17084DE1}" dt="2026-06-22T14:58:06.707" v="231" actId="1076"/>
          <ac:spMkLst>
            <pc:docMk/>
            <pc:sldMk cId="3122007392" sldId="287"/>
            <ac:spMk id="3" creationId="{C34B2622-5994-2956-05C3-83E7A6B94639}"/>
          </ac:spMkLst>
        </pc:spChg>
      </pc:sldChg>
      <pc:sldChg chg="del">
        <pc:chgData name="Jordan Lyons" userId="25555755-1d4a-48ce-a94f-19bbc1292db7" providerId="ADAL" clId="{8173B903-8B5D-4ED9-A44B-3D2C17084DE1}" dt="2026-06-22T14:55:30.577" v="168" actId="47"/>
        <pc:sldMkLst>
          <pc:docMk/>
          <pc:sldMk cId="1892486730" sldId="288"/>
        </pc:sldMkLst>
      </pc:sldChg>
      <pc:sldChg chg="del">
        <pc:chgData name="Jordan Lyons" userId="25555755-1d4a-48ce-a94f-19bbc1292db7" providerId="ADAL" clId="{8173B903-8B5D-4ED9-A44B-3D2C17084DE1}" dt="2026-06-22T14:55:30.577" v="168" actId="47"/>
        <pc:sldMkLst>
          <pc:docMk/>
          <pc:sldMk cId="712902138" sldId="289"/>
        </pc:sldMkLst>
      </pc:sldChg>
      <pc:sldChg chg="del">
        <pc:chgData name="Jordan Lyons" userId="25555755-1d4a-48ce-a94f-19bbc1292db7" providerId="ADAL" clId="{8173B903-8B5D-4ED9-A44B-3D2C17084DE1}" dt="2026-06-22T14:55:30.577" v="168" actId="47"/>
        <pc:sldMkLst>
          <pc:docMk/>
          <pc:sldMk cId="3122907619" sldId="290"/>
        </pc:sldMkLst>
      </pc:sldChg>
      <pc:sldChg chg="addSp modSp mod modAnim">
        <pc:chgData name="Jordan Lyons" userId="25555755-1d4a-48ce-a94f-19bbc1292db7" providerId="ADAL" clId="{8173B903-8B5D-4ED9-A44B-3D2C17084DE1}" dt="2026-06-22T14:57:23.158" v="225"/>
        <pc:sldMkLst>
          <pc:docMk/>
          <pc:sldMk cId="3417256689" sldId="319"/>
        </pc:sldMkLst>
        <pc:spChg chg="mod">
          <ac:chgData name="Jordan Lyons" userId="25555755-1d4a-48ce-a94f-19bbc1292db7" providerId="ADAL" clId="{8173B903-8B5D-4ED9-A44B-3D2C17084DE1}" dt="2026-06-22T14:56:50.261" v="194" actId="20577"/>
          <ac:spMkLst>
            <pc:docMk/>
            <pc:sldMk cId="3417256689" sldId="319"/>
            <ac:spMk id="2" creationId="{E307B741-7583-AD61-52F4-C00C233A3449}"/>
          </ac:spMkLst>
        </pc:spChg>
        <pc:spChg chg="add mod">
          <ac:chgData name="Jordan Lyons" userId="25555755-1d4a-48ce-a94f-19bbc1292db7" providerId="ADAL" clId="{8173B903-8B5D-4ED9-A44B-3D2C17084DE1}" dt="2026-06-22T14:57:18.731" v="224" actId="1076"/>
          <ac:spMkLst>
            <pc:docMk/>
            <pc:sldMk cId="3417256689" sldId="319"/>
            <ac:spMk id="3" creationId="{DDC3E3AD-3A17-D5A9-7090-76A72CD62E01}"/>
          </ac:spMkLst>
        </pc:spChg>
      </pc:sldChg>
      <pc:sldChg chg="modSp del mod">
        <pc:chgData name="Jordan Lyons" userId="25555755-1d4a-48ce-a94f-19bbc1292db7" providerId="ADAL" clId="{8173B903-8B5D-4ED9-A44B-3D2C17084DE1}" dt="2026-06-22T14:56:36.485" v="192" actId="47"/>
        <pc:sldMkLst>
          <pc:docMk/>
          <pc:sldMk cId="3312279577" sldId="320"/>
        </pc:sldMkLst>
        <pc:spChg chg="mod">
          <ac:chgData name="Jordan Lyons" userId="25555755-1d4a-48ce-a94f-19bbc1292db7" providerId="ADAL" clId="{8173B903-8B5D-4ED9-A44B-3D2C17084DE1}" dt="2026-06-22T14:56:09.569" v="191" actId="20577"/>
          <ac:spMkLst>
            <pc:docMk/>
            <pc:sldMk cId="3312279577" sldId="320"/>
            <ac:spMk id="5" creationId="{ED4E64E2-19D7-73D4-3258-CC6AECBD16C8}"/>
          </ac:spMkLst>
        </pc:spChg>
      </pc:sldChg>
      <pc:sldChg chg="modSp">
        <pc:chgData name="Jordan Lyons" userId="25555755-1d4a-48ce-a94f-19bbc1292db7" providerId="ADAL" clId="{8173B903-8B5D-4ED9-A44B-3D2C17084DE1}" dt="2026-06-22T14:54:44.908" v="167" actId="20577"/>
        <pc:sldMkLst>
          <pc:docMk/>
          <pc:sldMk cId="3313033572" sldId="321"/>
        </pc:sldMkLst>
        <pc:spChg chg="mod">
          <ac:chgData name="Jordan Lyons" userId="25555755-1d4a-48ce-a94f-19bbc1292db7" providerId="ADAL" clId="{8173B903-8B5D-4ED9-A44B-3D2C17084DE1}" dt="2026-06-22T14:54:44.908" v="167" actId="20577"/>
          <ac:spMkLst>
            <pc:docMk/>
            <pc:sldMk cId="3313033572" sldId="321"/>
            <ac:spMk id="9" creationId="{85D0E95F-DC05-4FC8-677F-4E8679F77DDB}"/>
          </ac:spMkLst>
        </pc:spChg>
      </pc:sldChg>
      <pc:sldChg chg="del">
        <pc:chgData name="Jordan Lyons" userId="25555755-1d4a-48ce-a94f-19bbc1292db7" providerId="ADAL" clId="{8173B903-8B5D-4ED9-A44B-3D2C17084DE1}" dt="2026-06-22T14:54:29.479" v="151" actId="47"/>
        <pc:sldMkLst>
          <pc:docMk/>
          <pc:sldMk cId="4108708211" sldId="337"/>
        </pc:sldMkLst>
      </pc:sldChg>
      <pc:sldChg chg="del">
        <pc:chgData name="Jordan Lyons" userId="25555755-1d4a-48ce-a94f-19bbc1292db7" providerId="ADAL" clId="{8173B903-8B5D-4ED9-A44B-3D2C17084DE1}" dt="2026-06-22T14:54:33.893" v="152" actId="47"/>
        <pc:sldMkLst>
          <pc:docMk/>
          <pc:sldMk cId="3552043164" sldId="338"/>
        </pc:sldMkLst>
      </pc:sldChg>
      <pc:sldChg chg="modSp mod">
        <pc:chgData name="Jordan Lyons" userId="25555755-1d4a-48ce-a94f-19bbc1292db7" providerId="ADAL" clId="{8173B903-8B5D-4ED9-A44B-3D2C17084DE1}" dt="2026-06-22T14:54:11.211" v="150" actId="20577"/>
        <pc:sldMkLst>
          <pc:docMk/>
          <pc:sldMk cId="860609766" sldId="340"/>
        </pc:sldMkLst>
        <pc:spChg chg="mod">
          <ac:chgData name="Jordan Lyons" userId="25555755-1d4a-48ce-a94f-19bbc1292db7" providerId="ADAL" clId="{8173B903-8B5D-4ED9-A44B-3D2C17084DE1}" dt="2026-06-22T14:54:11.211" v="150" actId="20577"/>
          <ac:spMkLst>
            <pc:docMk/>
            <pc:sldMk cId="860609766" sldId="340"/>
            <ac:spMk id="3" creationId="{DF60DA27-B57F-41DC-943F-6BCF3029106F}"/>
          </ac:spMkLst>
        </pc:spChg>
        <pc:spChg chg="mod">
          <ac:chgData name="Jordan Lyons" userId="25555755-1d4a-48ce-a94f-19bbc1292db7" providerId="ADAL" clId="{8173B903-8B5D-4ED9-A44B-3D2C17084DE1}" dt="2026-06-22T14:53:57.578" v="79" actId="1076"/>
          <ac:spMkLst>
            <pc:docMk/>
            <pc:sldMk cId="860609766" sldId="340"/>
            <ac:spMk id="11" creationId="{00D67CDC-70FA-1654-1748-A61EB2AC575E}"/>
          </ac:spMkLst>
        </pc:spChg>
      </pc:sldChg>
      <pc:sldChg chg="del">
        <pc:chgData name="Jordan Lyons" userId="25555755-1d4a-48ce-a94f-19bbc1292db7" providerId="ADAL" clId="{8173B903-8B5D-4ED9-A44B-3D2C17084DE1}" dt="2026-06-22T14:52:52.867" v="2" actId="47"/>
        <pc:sldMkLst>
          <pc:docMk/>
          <pc:sldMk cId="3395615963" sldId="342"/>
        </pc:sldMkLst>
      </pc:sldChg>
      <pc:sldChg chg="addSp delSp modSp del mod">
        <pc:chgData name="Jordan Lyons" userId="25555755-1d4a-48ce-a94f-19bbc1292db7" providerId="ADAL" clId="{8173B903-8B5D-4ED9-A44B-3D2C17084DE1}" dt="2026-06-22T14:58:33.615" v="236" actId="47"/>
        <pc:sldMkLst>
          <pc:docMk/>
          <pc:sldMk cId="910464316" sldId="343"/>
        </pc:sldMkLst>
        <pc:picChg chg="del">
          <ac:chgData name="Jordan Lyons" userId="25555755-1d4a-48ce-a94f-19bbc1292db7" providerId="ADAL" clId="{8173B903-8B5D-4ED9-A44B-3D2C17084DE1}" dt="2026-06-22T14:52:42.876" v="0" actId="478"/>
          <ac:picMkLst>
            <pc:docMk/>
            <pc:sldMk cId="910464316" sldId="343"/>
            <ac:picMk id="3" creationId="{D83A190A-4F45-7062-E486-C12B5A15B354}"/>
          </ac:picMkLst>
        </pc:picChg>
        <pc:picChg chg="add mod">
          <ac:chgData name="Jordan Lyons" userId="25555755-1d4a-48ce-a94f-19bbc1292db7" providerId="ADAL" clId="{8173B903-8B5D-4ED9-A44B-3D2C17084DE1}" dt="2026-06-22T14:52:43.941" v="1"/>
          <ac:picMkLst>
            <pc:docMk/>
            <pc:sldMk cId="910464316" sldId="343"/>
            <ac:picMk id="4" creationId="{15C390A8-40BE-ED3A-158B-9A262B240EFE}"/>
          </ac:picMkLst>
        </pc:picChg>
      </pc:sldChg>
      <pc:sldChg chg="del">
        <pc:chgData name="Jordan Lyons" userId="25555755-1d4a-48ce-a94f-19bbc1292db7" providerId="ADAL" clId="{8173B903-8B5D-4ED9-A44B-3D2C17084DE1}" dt="2026-06-22T14:52:53.612" v="3" actId="47"/>
        <pc:sldMkLst>
          <pc:docMk/>
          <pc:sldMk cId="438335624" sldId="3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2"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2" y="0"/>
            <a:ext cx="2971802" cy="458788"/>
          </a:xfrm>
          <a:prstGeom prst="rect">
            <a:avLst/>
          </a:prstGeom>
        </p:spPr>
        <p:txBody>
          <a:bodyPr vert="horz" lIns="91440" tIns="45720" rIns="91440" bIns="45720" rtlCol="0"/>
          <a:lstStyle>
            <a:lvl1pPr algn="r">
              <a:defRPr sz="1200"/>
            </a:lvl1pPr>
          </a:lstStyle>
          <a:p>
            <a:fld id="{D4E04C8F-5802-45D3-BF52-EFB476754B0E}"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2"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2971802"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2" y="8685214"/>
            <a:ext cx="2971802" cy="458787"/>
          </a:xfrm>
          <a:prstGeom prst="rect">
            <a:avLst/>
          </a:prstGeom>
        </p:spPr>
        <p:txBody>
          <a:bodyPr vert="horz" lIns="91440" tIns="45720" rIns="91440" bIns="45720" rtlCol="0" anchor="b"/>
          <a:lstStyle>
            <a:lvl1pPr algn="r">
              <a:defRPr sz="1200"/>
            </a:lvl1pPr>
          </a:lstStyle>
          <a:p>
            <a:fld id="{7B689ED6-FB8C-4885-9FE0-C80AA566FC48}" type="slidenum">
              <a:rPr lang="en-US" smtClean="0"/>
              <a:t>‹#›</a:t>
            </a:fld>
            <a:endParaRPr lang="en-US"/>
          </a:p>
        </p:txBody>
      </p:sp>
    </p:spTree>
    <p:extLst>
      <p:ext uri="{BB962C8B-B14F-4D97-AF65-F5344CB8AC3E}">
        <p14:creationId xmlns:p14="http://schemas.microsoft.com/office/powerpoint/2010/main" val="1735115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63256E-5B71-4A00-9D19-4FA7E24E6E38}" type="slidenum">
              <a:rPr lang="en-US" smtClean="0"/>
              <a:t>1</a:t>
            </a:fld>
            <a:endParaRPr lang="en-US"/>
          </a:p>
        </p:txBody>
      </p:sp>
    </p:spTree>
    <p:extLst>
      <p:ext uri="{BB962C8B-B14F-4D97-AF65-F5344CB8AC3E}">
        <p14:creationId xmlns:p14="http://schemas.microsoft.com/office/powerpoint/2010/main" val="1857335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5510C-9E55-2A3D-ECCB-8AFD8437E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E7F22-BB21-57FF-418C-2F74216E1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FB6AE-9D72-008A-AAD7-8FE899239A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36AA9775-FC98-748B-BB51-61184DE4F52D}"/>
              </a:ext>
            </a:extLst>
          </p:cNvPr>
          <p:cNvSpPr>
            <a:spLocks noGrp="1"/>
          </p:cNvSpPr>
          <p:nvPr>
            <p:ph type="sldNum" sz="quarter" idx="5"/>
          </p:nvPr>
        </p:nvSpPr>
        <p:spPr/>
        <p:txBody>
          <a:bodyPr/>
          <a:lstStyle/>
          <a:p>
            <a:fld id="{13B7A10B-E69F-4731-87BD-11DF54FCED0C}" type="slidenum">
              <a:rPr lang="en-US" smtClean="0"/>
              <a:t>2</a:t>
            </a:fld>
            <a:endParaRPr lang="en-US"/>
          </a:p>
        </p:txBody>
      </p:sp>
    </p:spTree>
    <p:extLst>
      <p:ext uri="{BB962C8B-B14F-4D97-AF65-F5344CB8AC3E}">
        <p14:creationId xmlns:p14="http://schemas.microsoft.com/office/powerpoint/2010/main" val="654696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689ED6-FB8C-4885-9FE0-C80AA566FC48}" type="slidenum">
              <a:rPr lang="en-US" smtClean="0"/>
              <a:t>3</a:t>
            </a:fld>
            <a:endParaRPr lang="en-US"/>
          </a:p>
        </p:txBody>
      </p:sp>
    </p:spTree>
    <p:extLst>
      <p:ext uri="{BB962C8B-B14F-4D97-AF65-F5344CB8AC3E}">
        <p14:creationId xmlns:p14="http://schemas.microsoft.com/office/powerpoint/2010/main" val="3990237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16998-8E43-8CE5-2661-A2514C039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2A119-0FCB-7F42-89A5-5AAAFBCBB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082BD-C524-667A-ED1D-001CE5699C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539110-EE66-60E9-1B65-02371566F6AD}"/>
              </a:ext>
            </a:extLst>
          </p:cNvPr>
          <p:cNvSpPr>
            <a:spLocks noGrp="1"/>
          </p:cNvSpPr>
          <p:nvPr>
            <p:ph type="sldNum" sz="quarter" idx="5"/>
          </p:nvPr>
        </p:nvSpPr>
        <p:spPr/>
        <p:txBody>
          <a:bodyPr/>
          <a:lstStyle/>
          <a:p>
            <a:fld id="{7B689ED6-FB8C-4885-9FE0-C80AA566FC48}" type="slidenum">
              <a:rPr lang="en-US" smtClean="0"/>
              <a:t>4</a:t>
            </a:fld>
            <a:endParaRPr lang="en-US"/>
          </a:p>
        </p:txBody>
      </p:sp>
    </p:spTree>
    <p:extLst>
      <p:ext uri="{BB962C8B-B14F-4D97-AF65-F5344CB8AC3E}">
        <p14:creationId xmlns:p14="http://schemas.microsoft.com/office/powerpoint/2010/main" val="2957342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C146B-9FEA-7823-1C62-6F628EDCD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910F7-9FE1-320E-8D43-6A8BA2B77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099CD-A7AE-3380-E869-BD9CCDAA88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46707B-409B-E00A-FC47-534106EF14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148D4C-2B52-4FD5-B0E0-D9F4C8B42F5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8828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2B7C1-F71D-0DC4-2071-EA2020E6AB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9D691-55A2-A694-7D9C-AAC323B44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67415-B209-5729-E441-0C2BF932E8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DD0811-2773-F376-67D6-52E589B346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148D4C-2B52-4FD5-B0E0-D9F4C8B42F5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4504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MUST always have an interview confirmation email sent to the candidate. Best practice is for the recruiter to send and cc the AE but it is the AE’s responsibility to double check the info is correct. </a:t>
            </a:r>
          </a:p>
          <a:p>
            <a:endParaRPr lang="en-US"/>
          </a:p>
          <a:p>
            <a:r>
              <a:rPr lang="en-US"/>
              <a:t>Make sure to attached the formal job description and the IV prep documents.</a:t>
            </a:r>
          </a:p>
          <a:p>
            <a:endParaRPr lang="en-US"/>
          </a:p>
        </p:txBody>
      </p:sp>
      <p:sp>
        <p:nvSpPr>
          <p:cNvPr id="4" name="Slide Number Placeholder 3"/>
          <p:cNvSpPr>
            <a:spLocks noGrp="1"/>
          </p:cNvSpPr>
          <p:nvPr>
            <p:ph type="sldNum" sz="quarter" idx="5"/>
          </p:nvPr>
        </p:nvSpPr>
        <p:spPr/>
        <p:txBody>
          <a:bodyPr/>
          <a:lstStyle/>
          <a:p>
            <a:fld id="{7B689ED6-FB8C-4885-9FE0-C80AA566FC48}" type="slidenum">
              <a:rPr lang="en-US" smtClean="0"/>
              <a:t>7</a:t>
            </a:fld>
            <a:endParaRPr lang="en-US"/>
          </a:p>
        </p:txBody>
      </p:sp>
    </p:spTree>
    <p:extLst>
      <p:ext uri="{BB962C8B-B14F-4D97-AF65-F5344CB8AC3E}">
        <p14:creationId xmlns:p14="http://schemas.microsoft.com/office/powerpoint/2010/main" val="2481087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8AD6E-1839-1A9D-BF1B-A0FFB3ABF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D40BA-FF6F-DC25-2202-AB1D90527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5A799-E91E-B1DA-EA5E-B66DD96922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FDCF86-405D-0E1D-A1DB-66113A37A37F}"/>
              </a:ext>
            </a:extLst>
          </p:cNvPr>
          <p:cNvSpPr>
            <a:spLocks noGrp="1"/>
          </p:cNvSpPr>
          <p:nvPr>
            <p:ph type="sldNum" sz="quarter" idx="5"/>
          </p:nvPr>
        </p:nvSpPr>
        <p:spPr/>
        <p:txBody>
          <a:bodyPr/>
          <a:lstStyle/>
          <a:p>
            <a:fld id="{7B689ED6-FB8C-4885-9FE0-C80AA566FC48}" type="slidenum">
              <a:rPr lang="en-US" smtClean="0"/>
              <a:t>8</a:t>
            </a:fld>
            <a:endParaRPr lang="en-US"/>
          </a:p>
        </p:txBody>
      </p:sp>
    </p:spTree>
    <p:extLst>
      <p:ext uri="{BB962C8B-B14F-4D97-AF65-F5344CB8AC3E}">
        <p14:creationId xmlns:p14="http://schemas.microsoft.com/office/powerpoint/2010/main" val="3952723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72214-0BE4-8418-58EB-45EA9CD19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7EAA9-C4B3-710C-3D9C-514CC6BBD5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61FB0-B5F9-AE73-7541-F77A898AA0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8B183C-AD8B-781B-0FB8-19910B51D70E}"/>
              </a:ext>
            </a:extLst>
          </p:cNvPr>
          <p:cNvSpPr>
            <a:spLocks noGrp="1"/>
          </p:cNvSpPr>
          <p:nvPr>
            <p:ph type="sldNum" sz="quarter" idx="5"/>
          </p:nvPr>
        </p:nvSpPr>
        <p:spPr/>
        <p:txBody>
          <a:bodyPr/>
          <a:lstStyle/>
          <a:p>
            <a:fld id="{7B689ED6-FB8C-4885-9FE0-C80AA566FC48}" type="slidenum">
              <a:rPr lang="en-US" smtClean="0"/>
              <a:t>9</a:t>
            </a:fld>
            <a:endParaRPr lang="en-US"/>
          </a:p>
        </p:txBody>
      </p:sp>
    </p:spTree>
    <p:extLst>
      <p:ext uri="{BB962C8B-B14F-4D97-AF65-F5344CB8AC3E}">
        <p14:creationId xmlns:p14="http://schemas.microsoft.com/office/powerpoint/2010/main" val="222586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AFBF-66FF-494C-BFBA-76E6EE5141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4ADC41-6497-4B87-8496-DDCE1E47F7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B7F3DD-6B2B-4C67-8971-8EEBFCB37214}"/>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5" name="Footer Placeholder 4">
            <a:extLst>
              <a:ext uri="{FF2B5EF4-FFF2-40B4-BE49-F238E27FC236}">
                <a16:creationId xmlns:a16="http://schemas.microsoft.com/office/drawing/2014/main" id="{43EC8EAA-CF16-4D72-B9A7-97D79CD4B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BE16A-88FF-467B-8B9E-32C42F072337}"/>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216293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7845-2A1F-4FE5-AFA4-EE6732AC04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57129A-5C8B-47C3-BA64-F31B78CE62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2AB8C0-24CE-466C-BA5E-1070193498DD}"/>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5" name="Footer Placeholder 4">
            <a:extLst>
              <a:ext uri="{FF2B5EF4-FFF2-40B4-BE49-F238E27FC236}">
                <a16:creationId xmlns:a16="http://schemas.microsoft.com/office/drawing/2014/main" id="{7157FC8C-59BA-47E2-B4C4-5805BF7E89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7A310-E5F4-405B-BB22-EECFC73264C3}"/>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341987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A6845-843A-4765-A322-D2D523B710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211BCE-F903-49D0-83EB-572DEFAA38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46CFB8-1726-43B6-87B4-F466DDF6F05A}"/>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5" name="Footer Placeholder 4">
            <a:extLst>
              <a:ext uri="{FF2B5EF4-FFF2-40B4-BE49-F238E27FC236}">
                <a16:creationId xmlns:a16="http://schemas.microsoft.com/office/drawing/2014/main" id="{F9C4C820-2A4C-4567-BDB1-C4A10F261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511368-D7B0-40AB-AFA0-B33635FF0940}"/>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632581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9CF8E-3F0B-450F-851B-AC5D1EEB9B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932257-2AA3-4592-9E0C-8C990C5B07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E9FDC1-1D1F-4B54-B68A-694F202C4C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AA0C29-253A-4105-8F7B-9C162CBCD806}"/>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6" name="Footer Placeholder 5">
            <a:extLst>
              <a:ext uri="{FF2B5EF4-FFF2-40B4-BE49-F238E27FC236}">
                <a16:creationId xmlns:a16="http://schemas.microsoft.com/office/drawing/2014/main" id="{23755FC0-AC0A-4DF9-8851-DB63061453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EC0DD3-0E6B-48B4-BF91-D831A212032D}"/>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25664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F41A8-40D7-472A-8DA0-6DE6C28B98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33032F-6F30-4969-A9DC-0521CBB146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6C86A0-F6E4-4070-91E3-957EE8A31B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EDC55E-0154-4614-BCEB-A41B92D9ED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868437-468A-471A-BABF-7DDA50EDE4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D3666D-B4BD-4BD7-98FF-BC10067C8608}"/>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8" name="Footer Placeholder 7">
            <a:extLst>
              <a:ext uri="{FF2B5EF4-FFF2-40B4-BE49-F238E27FC236}">
                <a16:creationId xmlns:a16="http://schemas.microsoft.com/office/drawing/2014/main" id="{DDDFB9D5-BA4B-408D-91FA-57F4B01A11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17F0AA-FA83-4F60-AF3C-9DCF55A10BB8}"/>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96515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D0E68-A07F-48EA-95F4-EB35494F4E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ACA813-490E-418B-A063-3EFF880106FD}"/>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4" name="Footer Placeholder 3">
            <a:extLst>
              <a:ext uri="{FF2B5EF4-FFF2-40B4-BE49-F238E27FC236}">
                <a16:creationId xmlns:a16="http://schemas.microsoft.com/office/drawing/2014/main" id="{BFE15814-E8E0-4FB0-8BBC-27DB285336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927C88-BEFE-4A4A-A1F7-6B9E25308152}"/>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804507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CAF30D-BA36-4AE0-8C94-205FFFFB6AB4}"/>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3" name="Footer Placeholder 2">
            <a:extLst>
              <a:ext uri="{FF2B5EF4-FFF2-40B4-BE49-F238E27FC236}">
                <a16:creationId xmlns:a16="http://schemas.microsoft.com/office/drawing/2014/main" id="{613F9823-3243-4085-B907-4F391A91AE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172418-C265-4650-AC20-7239564CF346}"/>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1752843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AD9C8-71E4-474A-9314-946F46AA1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504162-3445-4F84-8E18-C90410B4FC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D30B4F-D7B0-4AD4-A8E3-D98F0B0BDE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ED4644-55CF-4BBD-80D7-642F8797E1AF}"/>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6" name="Footer Placeholder 5">
            <a:extLst>
              <a:ext uri="{FF2B5EF4-FFF2-40B4-BE49-F238E27FC236}">
                <a16:creationId xmlns:a16="http://schemas.microsoft.com/office/drawing/2014/main" id="{D3F7DE4D-D29D-4B38-8E67-3BFF8B9BF5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743A83-6ECA-4E1A-9AD6-166CCA81ED16}"/>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77424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0158-6263-446C-8259-AF9BA70781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3DB2B9-BCE3-489D-8014-9464A2390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7797F9-62D8-4315-935A-AAF8A6C78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AB0E9-2BC4-4C39-A0A3-1D6295299A3E}"/>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6" name="Footer Placeholder 5">
            <a:extLst>
              <a:ext uri="{FF2B5EF4-FFF2-40B4-BE49-F238E27FC236}">
                <a16:creationId xmlns:a16="http://schemas.microsoft.com/office/drawing/2014/main" id="{C3850AB0-6C8C-4137-A098-35A4E8428A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3636D2-B51E-48FB-A620-D7BE043A4B86}"/>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2976107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9FDD8-9B0B-40E4-88CB-DF9D72CED4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321652-9EB9-4D39-B929-9A823179FA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F4C04-738F-4A17-9DCF-8A583D75F90A}"/>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5" name="Footer Placeholder 4">
            <a:extLst>
              <a:ext uri="{FF2B5EF4-FFF2-40B4-BE49-F238E27FC236}">
                <a16:creationId xmlns:a16="http://schemas.microsoft.com/office/drawing/2014/main" id="{42DB6994-162C-4B58-9F04-4E9DD2040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66087-5E2B-4C9F-9289-1991EBCB5482}"/>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2276249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6BC6E8-F570-4235-8EF8-92E86E0DB5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531488-6424-4053-8802-59AFE57F9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FF7235-41DD-4C03-8A59-E3C9824A95F4}"/>
              </a:ext>
            </a:extLst>
          </p:cNvPr>
          <p:cNvSpPr>
            <a:spLocks noGrp="1"/>
          </p:cNvSpPr>
          <p:nvPr>
            <p:ph type="dt" sz="half" idx="10"/>
          </p:nvPr>
        </p:nvSpPr>
        <p:spPr/>
        <p:txBody>
          <a:bodyPr/>
          <a:lstStyle/>
          <a:p>
            <a:fld id="{D40AE11D-13A1-497C-B032-6447346D233F}" type="datetimeFigureOut">
              <a:rPr lang="en-US" smtClean="0"/>
              <a:t>6/22/2026</a:t>
            </a:fld>
            <a:endParaRPr lang="en-US"/>
          </a:p>
        </p:txBody>
      </p:sp>
      <p:sp>
        <p:nvSpPr>
          <p:cNvPr id="5" name="Footer Placeholder 4">
            <a:extLst>
              <a:ext uri="{FF2B5EF4-FFF2-40B4-BE49-F238E27FC236}">
                <a16:creationId xmlns:a16="http://schemas.microsoft.com/office/drawing/2014/main" id="{441EB3BE-F264-4537-A3B4-A21D14CA1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701EF-6949-46E8-9B20-D0FDB859D030}"/>
              </a:ext>
            </a:extLst>
          </p:cNvPr>
          <p:cNvSpPr>
            <a:spLocks noGrp="1"/>
          </p:cNvSpPr>
          <p:nvPr>
            <p:ph type="sldNum" sz="quarter" idx="12"/>
          </p:nvPr>
        </p:nvSpPr>
        <p:spPr/>
        <p:txBody>
          <a:bodyPr/>
          <a:lstStyle/>
          <a:p>
            <a:fld id="{ADC994B6-4A34-4144-8BDD-3FA6C53CDFDD}" type="slidenum">
              <a:rPr lang="en-US" smtClean="0"/>
              <a:t>‹#›</a:t>
            </a:fld>
            <a:endParaRPr lang="en-US"/>
          </a:p>
        </p:txBody>
      </p:sp>
    </p:spTree>
    <p:extLst>
      <p:ext uri="{BB962C8B-B14F-4D97-AF65-F5344CB8AC3E}">
        <p14:creationId xmlns:p14="http://schemas.microsoft.com/office/powerpoint/2010/main" val="3326310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E3C3475F-96ED-4FAC-90D3-826E4DEB697E}"/>
              </a:ext>
            </a:extLst>
          </p:cNvPr>
          <p:cNvSpPr>
            <a:spLocks noGrp="1"/>
          </p:cNvSpPr>
          <p:nvPr>
            <p:ph type="pic" sz="quarter" idx="14"/>
          </p:nvPr>
        </p:nvSpPr>
        <p:spPr>
          <a:xfrm>
            <a:off x="0" y="0"/>
            <a:ext cx="11137625" cy="6858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3259040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8_Title Slide">
    <p:spTree>
      <p:nvGrpSpPr>
        <p:cNvPr id="1" name=""/>
        <p:cNvGrpSpPr/>
        <p:nvPr/>
      </p:nvGrpSpPr>
      <p:grpSpPr>
        <a:xfrm>
          <a:off x="0" y="0"/>
          <a:ext cx="0" cy="0"/>
          <a:chOff x="0" y="0"/>
          <a:chExt cx="0" cy="0"/>
        </a:xfrm>
      </p:grpSpPr>
      <p:sp>
        <p:nvSpPr>
          <p:cNvPr id="4" name="Picture Placeholder 15">
            <a:extLst>
              <a:ext uri="{FF2B5EF4-FFF2-40B4-BE49-F238E27FC236}">
                <a16:creationId xmlns:a16="http://schemas.microsoft.com/office/drawing/2014/main" id="{FD0465AB-03AE-44EA-BBA7-06F19B739CCE}"/>
              </a:ext>
            </a:extLst>
          </p:cNvPr>
          <p:cNvSpPr>
            <a:spLocks noGrp="1"/>
          </p:cNvSpPr>
          <p:nvPr>
            <p:ph type="pic" sz="quarter" idx="10"/>
          </p:nvPr>
        </p:nvSpPr>
        <p:spPr>
          <a:xfrm>
            <a:off x="6096000" y="237565"/>
            <a:ext cx="1829276" cy="1828800"/>
          </a:xfrm>
          <a:prstGeom prst="ellipse">
            <a:avLst/>
          </a:prstGeom>
          <a:solidFill>
            <a:schemeClr val="accent2">
              <a:lumMod val="20000"/>
              <a:lumOff val="80000"/>
            </a:schemeClr>
          </a:solidFill>
        </p:spPr>
        <p:txBody>
          <a:bodyPr/>
          <a:lstStyle/>
          <a:p>
            <a:endParaRPr lang="en-US"/>
          </a:p>
        </p:txBody>
      </p:sp>
      <p:sp>
        <p:nvSpPr>
          <p:cNvPr id="5" name="Picture Placeholder 15">
            <a:extLst>
              <a:ext uri="{FF2B5EF4-FFF2-40B4-BE49-F238E27FC236}">
                <a16:creationId xmlns:a16="http://schemas.microsoft.com/office/drawing/2014/main" id="{64C1FCB3-2544-44A8-8E69-2AD20430FDEB}"/>
              </a:ext>
            </a:extLst>
          </p:cNvPr>
          <p:cNvSpPr>
            <a:spLocks noGrp="1"/>
          </p:cNvSpPr>
          <p:nvPr>
            <p:ph type="pic" sz="quarter" idx="11"/>
          </p:nvPr>
        </p:nvSpPr>
        <p:spPr>
          <a:xfrm>
            <a:off x="6096000" y="2519082"/>
            <a:ext cx="1829276" cy="1828800"/>
          </a:xfrm>
          <a:prstGeom prst="ellipse">
            <a:avLst/>
          </a:prstGeom>
          <a:solidFill>
            <a:schemeClr val="accent2">
              <a:lumMod val="20000"/>
              <a:lumOff val="80000"/>
            </a:schemeClr>
          </a:solidFill>
        </p:spPr>
        <p:txBody>
          <a:bodyPr/>
          <a:lstStyle/>
          <a:p>
            <a:endParaRPr lang="en-US"/>
          </a:p>
        </p:txBody>
      </p:sp>
      <p:sp>
        <p:nvSpPr>
          <p:cNvPr id="6" name="Picture Placeholder 15">
            <a:extLst>
              <a:ext uri="{FF2B5EF4-FFF2-40B4-BE49-F238E27FC236}">
                <a16:creationId xmlns:a16="http://schemas.microsoft.com/office/drawing/2014/main" id="{DF77CF4A-D9D6-4926-8063-DA245A1F08EC}"/>
              </a:ext>
            </a:extLst>
          </p:cNvPr>
          <p:cNvSpPr>
            <a:spLocks noGrp="1"/>
          </p:cNvSpPr>
          <p:nvPr>
            <p:ph type="pic" sz="quarter" idx="12"/>
          </p:nvPr>
        </p:nvSpPr>
        <p:spPr>
          <a:xfrm>
            <a:off x="6096000" y="4800599"/>
            <a:ext cx="1829276" cy="1828800"/>
          </a:xfrm>
          <a:prstGeom prst="ellipse">
            <a:avLst/>
          </a:prstGeom>
          <a:solidFill>
            <a:schemeClr val="accent2">
              <a:lumMod val="20000"/>
              <a:lumOff val="80000"/>
            </a:schemeClr>
          </a:solidFill>
        </p:spPr>
        <p:txBody>
          <a:bodyPr/>
          <a:lstStyle/>
          <a:p>
            <a:endParaRPr lang="en-US"/>
          </a:p>
        </p:txBody>
      </p:sp>
      <p:sp>
        <p:nvSpPr>
          <p:cNvPr id="7" name="Picture Placeholder 7">
            <a:extLst>
              <a:ext uri="{FF2B5EF4-FFF2-40B4-BE49-F238E27FC236}">
                <a16:creationId xmlns:a16="http://schemas.microsoft.com/office/drawing/2014/main" id="{85B0E1ED-3548-48ED-8FEE-A81ED9E664EA}"/>
              </a:ext>
            </a:extLst>
          </p:cNvPr>
          <p:cNvSpPr>
            <a:spLocks noGrp="1"/>
          </p:cNvSpPr>
          <p:nvPr>
            <p:ph type="pic" sz="quarter" idx="13"/>
          </p:nvPr>
        </p:nvSpPr>
        <p:spPr>
          <a:xfrm>
            <a:off x="0" y="0"/>
            <a:ext cx="3819959" cy="6858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18585055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52D5DEF7-EF7F-4421-BAE6-60FF02BCB990}"/>
              </a:ext>
            </a:extLst>
          </p:cNvPr>
          <p:cNvSpPr>
            <a:spLocks noGrp="1"/>
          </p:cNvSpPr>
          <p:nvPr>
            <p:ph type="pic" sz="quarter" idx="15"/>
          </p:nvPr>
        </p:nvSpPr>
        <p:spPr>
          <a:xfrm>
            <a:off x="9298822" y="0"/>
            <a:ext cx="2893178" cy="3429000"/>
          </a:xfrm>
          <a:solidFill>
            <a:schemeClr val="accent2">
              <a:lumMod val="20000"/>
              <a:lumOff val="80000"/>
            </a:schemeClr>
          </a:solidFill>
        </p:spPr>
        <p:txBody>
          <a:bodyPr/>
          <a:lstStyle/>
          <a:p>
            <a:endParaRPr lang="en-US"/>
          </a:p>
        </p:txBody>
      </p:sp>
      <p:sp>
        <p:nvSpPr>
          <p:cNvPr id="4" name="Picture Placeholder 7">
            <a:extLst>
              <a:ext uri="{FF2B5EF4-FFF2-40B4-BE49-F238E27FC236}">
                <a16:creationId xmlns:a16="http://schemas.microsoft.com/office/drawing/2014/main" id="{5F684D42-4234-4F61-AA7C-686AF930D7A6}"/>
              </a:ext>
            </a:extLst>
          </p:cNvPr>
          <p:cNvSpPr>
            <a:spLocks noGrp="1"/>
          </p:cNvSpPr>
          <p:nvPr>
            <p:ph type="pic" sz="quarter" idx="16"/>
          </p:nvPr>
        </p:nvSpPr>
        <p:spPr>
          <a:xfrm>
            <a:off x="9298822" y="3429000"/>
            <a:ext cx="2893178" cy="3429000"/>
          </a:xfrm>
          <a:solidFill>
            <a:schemeClr val="accent2">
              <a:lumMod val="20000"/>
              <a:lumOff val="80000"/>
            </a:schemeClr>
          </a:solidFill>
        </p:spPr>
        <p:txBody>
          <a:bodyPr/>
          <a:lstStyle/>
          <a:p>
            <a:endParaRPr lang="en-US"/>
          </a:p>
        </p:txBody>
      </p:sp>
      <p:sp>
        <p:nvSpPr>
          <p:cNvPr id="6" name="Picture Placeholder 7">
            <a:extLst>
              <a:ext uri="{FF2B5EF4-FFF2-40B4-BE49-F238E27FC236}">
                <a16:creationId xmlns:a16="http://schemas.microsoft.com/office/drawing/2014/main" id="{5A429DEF-1F3D-46E0-A25E-8BD18E998DD8}"/>
              </a:ext>
            </a:extLst>
          </p:cNvPr>
          <p:cNvSpPr>
            <a:spLocks noGrp="1"/>
          </p:cNvSpPr>
          <p:nvPr>
            <p:ph type="pic" sz="quarter" idx="17"/>
          </p:nvPr>
        </p:nvSpPr>
        <p:spPr>
          <a:xfrm>
            <a:off x="0" y="0"/>
            <a:ext cx="2893178" cy="3429000"/>
          </a:xfrm>
          <a:solidFill>
            <a:schemeClr val="accent2">
              <a:lumMod val="20000"/>
              <a:lumOff val="80000"/>
            </a:schemeClr>
          </a:solidFill>
        </p:spPr>
        <p:txBody>
          <a:bodyPr/>
          <a:lstStyle/>
          <a:p>
            <a:endParaRPr lang="en-US"/>
          </a:p>
        </p:txBody>
      </p:sp>
      <p:sp>
        <p:nvSpPr>
          <p:cNvPr id="7" name="Picture Placeholder 7">
            <a:extLst>
              <a:ext uri="{FF2B5EF4-FFF2-40B4-BE49-F238E27FC236}">
                <a16:creationId xmlns:a16="http://schemas.microsoft.com/office/drawing/2014/main" id="{A2E00EEE-EDEF-40AA-A2E7-04F23CA120B5}"/>
              </a:ext>
            </a:extLst>
          </p:cNvPr>
          <p:cNvSpPr>
            <a:spLocks noGrp="1"/>
          </p:cNvSpPr>
          <p:nvPr>
            <p:ph type="pic" sz="quarter" idx="18"/>
          </p:nvPr>
        </p:nvSpPr>
        <p:spPr>
          <a:xfrm>
            <a:off x="0" y="3429000"/>
            <a:ext cx="2893178" cy="3429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5845841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7F5BD2B6-30D3-472C-9987-F652CBF4358E}"/>
              </a:ext>
            </a:extLst>
          </p:cNvPr>
          <p:cNvSpPr>
            <a:spLocks noGrp="1"/>
          </p:cNvSpPr>
          <p:nvPr>
            <p:ph type="pic" sz="quarter" idx="10"/>
          </p:nvPr>
        </p:nvSpPr>
        <p:spPr>
          <a:xfrm>
            <a:off x="3828928" y="0"/>
            <a:ext cx="6850818" cy="6858000"/>
          </a:xfr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1415978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8901C4-0B77-EFC6-BE13-202D25C89B05}"/>
              </a:ext>
            </a:extLst>
          </p:cNvPr>
          <p:cNvSpPr>
            <a:spLocks noGrp="1"/>
          </p:cNvSpPr>
          <p:nvPr>
            <p:ph type="dt" sz="half" idx="10"/>
          </p:nvPr>
        </p:nvSpPr>
        <p:spPr/>
        <p:txBody>
          <a:bodyPr/>
          <a:lstStyle/>
          <a:p>
            <a:fld id="{3D8CA7D2-70A4-442E-9AE1-393D6D26E091}" type="datetimeFigureOut">
              <a:rPr lang="en-US" smtClean="0"/>
              <a:t>6/22/2026</a:t>
            </a:fld>
            <a:endParaRPr lang="en-US"/>
          </a:p>
        </p:txBody>
      </p:sp>
      <p:sp>
        <p:nvSpPr>
          <p:cNvPr id="3" name="Footer Placeholder 2">
            <a:extLst>
              <a:ext uri="{FF2B5EF4-FFF2-40B4-BE49-F238E27FC236}">
                <a16:creationId xmlns:a16="http://schemas.microsoft.com/office/drawing/2014/main" id="{2B784748-9AC1-8060-62C3-A2559B526E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66BCAF-A405-0B36-8421-ECA37455990B}"/>
              </a:ext>
            </a:extLst>
          </p:cNvPr>
          <p:cNvSpPr>
            <a:spLocks noGrp="1"/>
          </p:cNvSpPr>
          <p:nvPr>
            <p:ph type="sldNum" sz="quarter" idx="12"/>
          </p:nvPr>
        </p:nvSpPr>
        <p:spPr/>
        <p:txBody>
          <a:bodyPr/>
          <a:lstStyle/>
          <a:p>
            <a:fld id="{42BC0EF5-3467-4952-814C-8279F3DD662F}" type="slidenum">
              <a:rPr lang="en-US" smtClean="0"/>
              <a:t>‹#›</a:t>
            </a:fld>
            <a:endParaRPr lang="en-US"/>
          </a:p>
        </p:txBody>
      </p:sp>
    </p:spTree>
    <p:extLst>
      <p:ext uri="{BB962C8B-B14F-4D97-AF65-F5344CB8AC3E}">
        <p14:creationId xmlns:p14="http://schemas.microsoft.com/office/powerpoint/2010/main" val="1392798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18C222-B7A4-4AF1-882F-9EC69CEECA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B41CA3-EBAE-4244-B91B-815F8720A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3080C-054A-45C1-917C-D0D9F53CD6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AE11D-13A1-497C-B032-6447346D233F}" type="datetimeFigureOut">
              <a:rPr lang="en-US" smtClean="0"/>
              <a:t>6/22/2026</a:t>
            </a:fld>
            <a:endParaRPr lang="en-US"/>
          </a:p>
        </p:txBody>
      </p:sp>
      <p:sp>
        <p:nvSpPr>
          <p:cNvPr id="5" name="Footer Placeholder 4">
            <a:extLst>
              <a:ext uri="{FF2B5EF4-FFF2-40B4-BE49-F238E27FC236}">
                <a16:creationId xmlns:a16="http://schemas.microsoft.com/office/drawing/2014/main" id="{A56632EB-9541-46FF-8933-D006C4CC5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3C5789-BBBE-4E7B-A3DE-485A31E077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C994B6-4A34-4144-8BDD-3FA6C53CDFDD}" type="slidenum">
              <a:rPr lang="en-US" smtClean="0"/>
              <a:t>‹#›</a:t>
            </a:fld>
            <a:endParaRPr lang="en-US"/>
          </a:p>
        </p:txBody>
      </p:sp>
    </p:spTree>
    <p:extLst>
      <p:ext uri="{BB962C8B-B14F-4D97-AF65-F5344CB8AC3E}">
        <p14:creationId xmlns:p14="http://schemas.microsoft.com/office/powerpoint/2010/main" val="2063966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7DD0F0-4652-475E-B7C8-5DE416CC9BCA}" type="datetimeFigureOut">
              <a:rPr lang="en-US" smtClean="0"/>
              <a:t>6/22/2026</a:t>
            </a:fld>
            <a:endParaRPr 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5EEE88-6D93-4BBD-8FBF-50B5959BD2C9}" type="slidenum">
              <a:rPr lang="en-US" smtClean="0"/>
              <a:t>‹#›</a:t>
            </a:fld>
            <a:endParaRPr lang="en-US"/>
          </a:p>
        </p:txBody>
      </p:sp>
    </p:spTree>
    <p:extLst>
      <p:ext uri="{BB962C8B-B14F-4D97-AF65-F5344CB8AC3E}">
        <p14:creationId xmlns:p14="http://schemas.microsoft.com/office/powerpoint/2010/main" val="1701878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172"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43" indent="-228543" algn="l" defTabSz="91417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629" indent="-228543" algn="l" defTabSz="91417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15" indent="-228543" algn="l" defTabSz="91417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00"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886"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972"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057"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143"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229" indent="-228543" algn="l" defTabSz="91417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72" rtl="0" eaLnBrk="1" latinLnBrk="0" hangingPunct="1">
        <a:defRPr sz="1800" kern="1200">
          <a:solidFill>
            <a:schemeClr val="tx1"/>
          </a:solidFill>
          <a:latin typeface="+mn-lt"/>
          <a:ea typeface="+mn-ea"/>
          <a:cs typeface="+mn-cs"/>
        </a:defRPr>
      </a:lvl1pPr>
      <a:lvl2pPr marL="457086" algn="l" defTabSz="914172" rtl="0" eaLnBrk="1" latinLnBrk="0" hangingPunct="1">
        <a:defRPr sz="1800" kern="1200">
          <a:solidFill>
            <a:schemeClr val="tx1"/>
          </a:solidFill>
          <a:latin typeface="+mn-lt"/>
          <a:ea typeface="+mn-ea"/>
          <a:cs typeface="+mn-cs"/>
        </a:defRPr>
      </a:lvl2pPr>
      <a:lvl3pPr marL="914172" algn="l" defTabSz="914172" rtl="0" eaLnBrk="1" latinLnBrk="0" hangingPunct="1">
        <a:defRPr sz="1800" kern="1200">
          <a:solidFill>
            <a:schemeClr val="tx1"/>
          </a:solidFill>
          <a:latin typeface="+mn-lt"/>
          <a:ea typeface="+mn-ea"/>
          <a:cs typeface="+mn-cs"/>
        </a:defRPr>
      </a:lvl3pPr>
      <a:lvl4pPr marL="1371257" algn="l" defTabSz="914172" rtl="0" eaLnBrk="1" latinLnBrk="0" hangingPunct="1">
        <a:defRPr sz="1800" kern="1200">
          <a:solidFill>
            <a:schemeClr val="tx1"/>
          </a:solidFill>
          <a:latin typeface="+mn-lt"/>
          <a:ea typeface="+mn-ea"/>
          <a:cs typeface="+mn-cs"/>
        </a:defRPr>
      </a:lvl4pPr>
      <a:lvl5pPr marL="1828343" algn="l" defTabSz="914172" rtl="0" eaLnBrk="1" latinLnBrk="0" hangingPunct="1">
        <a:defRPr sz="1800" kern="1200">
          <a:solidFill>
            <a:schemeClr val="tx1"/>
          </a:solidFill>
          <a:latin typeface="+mn-lt"/>
          <a:ea typeface="+mn-ea"/>
          <a:cs typeface="+mn-cs"/>
        </a:defRPr>
      </a:lvl5pPr>
      <a:lvl6pPr marL="2285429" algn="l" defTabSz="914172" rtl="0" eaLnBrk="1" latinLnBrk="0" hangingPunct="1">
        <a:defRPr sz="1800" kern="1200">
          <a:solidFill>
            <a:schemeClr val="tx1"/>
          </a:solidFill>
          <a:latin typeface="+mn-lt"/>
          <a:ea typeface="+mn-ea"/>
          <a:cs typeface="+mn-cs"/>
        </a:defRPr>
      </a:lvl6pPr>
      <a:lvl7pPr marL="2742514" algn="l" defTabSz="914172" rtl="0" eaLnBrk="1" latinLnBrk="0" hangingPunct="1">
        <a:defRPr sz="1800" kern="1200">
          <a:solidFill>
            <a:schemeClr val="tx1"/>
          </a:solidFill>
          <a:latin typeface="+mn-lt"/>
          <a:ea typeface="+mn-ea"/>
          <a:cs typeface="+mn-cs"/>
        </a:defRPr>
      </a:lvl7pPr>
      <a:lvl8pPr marL="3199600" algn="l" defTabSz="914172" rtl="0" eaLnBrk="1" latinLnBrk="0" hangingPunct="1">
        <a:defRPr sz="1800" kern="1200">
          <a:solidFill>
            <a:schemeClr val="tx1"/>
          </a:solidFill>
          <a:latin typeface="+mn-lt"/>
          <a:ea typeface="+mn-ea"/>
          <a:cs typeface="+mn-cs"/>
        </a:defRPr>
      </a:lvl8pPr>
      <a:lvl9pPr marL="3656686" algn="l" defTabSz="91417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AFC15A-9347-455D-A214-A10C97E4C8E8}"/>
              </a:ext>
            </a:extLst>
          </p:cNvPr>
          <p:cNvSpPr/>
          <p:nvPr/>
        </p:nvSpPr>
        <p:spPr>
          <a:xfrm>
            <a:off x="-2" y="5267148"/>
            <a:ext cx="12192002" cy="1590852"/>
          </a:xfrm>
          <a:prstGeom prst="rect">
            <a:avLst/>
          </a:prstGeom>
          <a:solidFill>
            <a:srgbClr val="349A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03F45C2-37CE-4A09-BF05-B5005C238669}"/>
              </a:ext>
            </a:extLst>
          </p:cNvPr>
          <p:cNvGrpSpPr/>
          <p:nvPr/>
        </p:nvGrpSpPr>
        <p:grpSpPr>
          <a:xfrm>
            <a:off x="-2" y="0"/>
            <a:ext cx="5836598" cy="5294199"/>
            <a:chOff x="-1" y="1947707"/>
            <a:chExt cx="4294909" cy="3689828"/>
          </a:xfrm>
        </p:grpSpPr>
        <p:sp>
          <p:nvSpPr>
            <p:cNvPr id="9" name="Rectangle 8">
              <a:extLst>
                <a:ext uri="{FF2B5EF4-FFF2-40B4-BE49-F238E27FC236}">
                  <a16:creationId xmlns:a16="http://schemas.microsoft.com/office/drawing/2014/main" id="{62A111B1-AAFF-4FEF-A341-F087245F58A7}"/>
                </a:ext>
              </a:extLst>
            </p:cNvPr>
            <p:cNvSpPr/>
            <p:nvPr/>
          </p:nvSpPr>
          <p:spPr>
            <a:xfrm>
              <a:off x="-1" y="1947707"/>
              <a:ext cx="2054399" cy="3689827"/>
            </a:xfrm>
            <a:prstGeom prst="rect">
              <a:avLst/>
            </a:prstGeom>
            <a:solidFill>
              <a:srgbClr val="002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93C6BCB-742B-4F3B-B272-0C83DFFB9E7D}"/>
                </a:ext>
              </a:extLst>
            </p:cNvPr>
            <p:cNvSpPr/>
            <p:nvPr/>
          </p:nvSpPr>
          <p:spPr>
            <a:xfrm>
              <a:off x="1974719" y="1961237"/>
              <a:ext cx="2320189" cy="3676298"/>
            </a:xfrm>
            <a:prstGeom prst="rect">
              <a:avLst/>
            </a:prstGeom>
            <a:gradFill>
              <a:gsLst>
                <a:gs pos="0">
                  <a:srgbClr val="002D5B"/>
                </a:gs>
                <a:gs pos="100000">
                  <a:srgbClr val="002D5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6DCB4F3-A7E9-49D8-80E7-B0BE9C03B40D}"/>
              </a:ext>
            </a:extLst>
          </p:cNvPr>
          <p:cNvSpPr/>
          <p:nvPr/>
        </p:nvSpPr>
        <p:spPr>
          <a:xfrm>
            <a:off x="2365096" y="-13525"/>
            <a:ext cx="2683559" cy="5294198"/>
          </a:xfrm>
          <a:prstGeom prst="rect">
            <a:avLst/>
          </a:prstGeom>
          <a:solidFill>
            <a:srgbClr val="002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86813A6-6FBA-43E5-A94B-14C71AA51922}"/>
              </a:ext>
            </a:extLst>
          </p:cNvPr>
          <p:cNvSpPr txBox="1">
            <a:spLocks/>
          </p:cNvSpPr>
          <p:nvPr/>
        </p:nvSpPr>
        <p:spPr>
          <a:xfrm>
            <a:off x="93085" y="1748593"/>
            <a:ext cx="4862485" cy="223942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n-US" sz="4400" dirty="0">
                <a:solidFill>
                  <a:schemeClr val="bg1"/>
                </a:solidFill>
                <a:latin typeface="AlternateGothic2 BT"/>
              </a:rPr>
              <a:t>Interview Prep and Debrief/Close: Candidates</a:t>
            </a:r>
            <a:endParaRPr lang="en-US" sz="4400" b="0" i="0" u="none" strike="noStrike" kern="1200" cap="none" spc="0" normalizeH="0" baseline="0" noProof="0" dirty="0">
              <a:ln>
                <a:noFill/>
              </a:ln>
              <a:solidFill>
                <a:schemeClr val="bg1"/>
              </a:solidFill>
              <a:effectLst/>
              <a:uLnTx/>
              <a:uFillTx/>
              <a:latin typeface="AlternateGothic2 BT"/>
            </a:endParaRPr>
          </a:p>
        </p:txBody>
      </p:sp>
      <p:pic>
        <p:nvPicPr>
          <p:cNvPr id="1026" name="Picture 2" descr="7,300+ Job Interview Stock Illustrations, Royalty-Free Vector Graphics &amp;  Clip Art - iStock | Job search, Resume, Interview">
            <a:extLst>
              <a:ext uri="{FF2B5EF4-FFF2-40B4-BE49-F238E27FC236}">
                <a16:creationId xmlns:a16="http://schemas.microsoft.com/office/drawing/2014/main" id="{DA9AAEA4-BCB9-2CBB-A2D4-2641ECDFB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3850" y="-299434"/>
            <a:ext cx="7128149" cy="5568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70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241A3-2B50-463F-F833-05817BBCBE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07B741-7583-AD61-52F4-C00C233A3449}"/>
              </a:ext>
            </a:extLst>
          </p:cNvPr>
          <p:cNvSpPr/>
          <p:nvPr/>
        </p:nvSpPr>
        <p:spPr>
          <a:xfrm>
            <a:off x="1292679" y="326567"/>
            <a:ext cx="9606641" cy="1159333"/>
          </a:xfrm>
          <a:prstGeom prst="rect">
            <a:avLst/>
          </a:prstGeom>
          <a:solidFill>
            <a:srgbClr val="002D5B"/>
          </a:solidFill>
          <a:ln w="7620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Who To Prep</a:t>
            </a:r>
          </a:p>
        </p:txBody>
      </p:sp>
      <p:sp>
        <p:nvSpPr>
          <p:cNvPr id="4" name="TextBox 3">
            <a:extLst>
              <a:ext uri="{FF2B5EF4-FFF2-40B4-BE49-F238E27FC236}">
                <a16:creationId xmlns:a16="http://schemas.microsoft.com/office/drawing/2014/main" id="{1F3557B4-3FB8-B29C-CF01-6C55C582372C}"/>
              </a:ext>
            </a:extLst>
          </p:cNvPr>
          <p:cNvSpPr txBox="1"/>
          <p:nvPr/>
        </p:nvSpPr>
        <p:spPr>
          <a:xfrm>
            <a:off x="1088572" y="1714500"/>
            <a:ext cx="6389913" cy="646331"/>
          </a:xfrm>
          <a:prstGeom prst="rect">
            <a:avLst/>
          </a:prstGeom>
          <a:noFill/>
        </p:spPr>
        <p:txBody>
          <a:bodyPr wrap="square" rtlCol="0">
            <a:spAutoFit/>
          </a:bodyPr>
          <a:lstStyle/>
          <a:p>
            <a:pPr marL="285750" indent="-285750">
              <a:buFont typeface="Arial" panose="020B0604020202020204" pitchFamily="34" charset="0"/>
              <a:buChar char="•"/>
            </a:pPr>
            <a:endParaRPr lang="en-US"/>
          </a:p>
          <a:p>
            <a:endParaRPr lang="en-US"/>
          </a:p>
        </p:txBody>
      </p:sp>
      <p:pic>
        <p:nvPicPr>
          <p:cNvPr id="2050" name="Picture 2" descr="160+ Job Interview Clip Art Stock Illustrations, Royalty-Free Vector  Graphics &amp; Clip Art - iStock">
            <a:extLst>
              <a:ext uri="{FF2B5EF4-FFF2-40B4-BE49-F238E27FC236}">
                <a16:creationId xmlns:a16="http://schemas.microsoft.com/office/drawing/2014/main" id="{D1CE5558-6D68-E1A2-BCEF-2ABF5C850A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4991" y="1937981"/>
            <a:ext cx="4702017" cy="470201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7671970F-C846-944C-C62C-89A069C88F8D}"/>
              </a:ext>
            </a:extLst>
          </p:cNvPr>
          <p:cNvCxnSpPr/>
          <p:nvPr/>
        </p:nvCxnSpPr>
        <p:spPr>
          <a:xfrm flipH="1">
            <a:off x="7662261" y="2869442"/>
            <a:ext cx="1569493" cy="559558"/>
          </a:xfrm>
          <a:prstGeom prst="straightConnector1">
            <a:avLst/>
          </a:prstGeom>
          <a:ln w="76200">
            <a:solidFill>
              <a:srgbClr val="349A46"/>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A75A8D7-789A-3EF1-D477-E69C4EDFF36A}"/>
              </a:ext>
            </a:extLst>
          </p:cNvPr>
          <p:cNvCxnSpPr>
            <a:cxnSpLocks/>
          </p:cNvCxnSpPr>
          <p:nvPr/>
        </p:nvCxnSpPr>
        <p:spPr>
          <a:xfrm>
            <a:off x="2897515" y="3233059"/>
            <a:ext cx="1632225" cy="655194"/>
          </a:xfrm>
          <a:prstGeom prst="straightConnector1">
            <a:avLst/>
          </a:prstGeom>
          <a:ln w="76200">
            <a:solidFill>
              <a:srgbClr val="349A46"/>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4F7E3B9-2833-3C2E-0B43-5243A9AF79D5}"/>
              </a:ext>
            </a:extLst>
          </p:cNvPr>
          <p:cNvSpPr txBox="1"/>
          <p:nvPr/>
        </p:nvSpPr>
        <p:spPr>
          <a:xfrm rot="19849837">
            <a:off x="1392058" y="2566573"/>
            <a:ext cx="1626471" cy="830997"/>
          </a:xfrm>
          <a:prstGeom prst="rect">
            <a:avLst/>
          </a:prstGeom>
          <a:noFill/>
        </p:spPr>
        <p:txBody>
          <a:bodyPr wrap="none" rtlCol="0">
            <a:spAutoFit/>
          </a:bodyPr>
          <a:lstStyle/>
          <a:p>
            <a:r>
              <a:rPr lang="en-US" sz="4800"/>
              <a:t>Client</a:t>
            </a:r>
          </a:p>
        </p:txBody>
      </p:sp>
      <p:sp>
        <p:nvSpPr>
          <p:cNvPr id="10" name="TextBox 9">
            <a:extLst>
              <a:ext uri="{FF2B5EF4-FFF2-40B4-BE49-F238E27FC236}">
                <a16:creationId xmlns:a16="http://schemas.microsoft.com/office/drawing/2014/main" id="{9557AEF6-0796-6522-DB81-7633BF7589C8}"/>
              </a:ext>
            </a:extLst>
          </p:cNvPr>
          <p:cNvSpPr txBox="1"/>
          <p:nvPr/>
        </p:nvSpPr>
        <p:spPr>
          <a:xfrm rot="1721701">
            <a:off x="8776744" y="2309158"/>
            <a:ext cx="2716321" cy="830997"/>
          </a:xfrm>
          <a:prstGeom prst="rect">
            <a:avLst/>
          </a:prstGeom>
          <a:noFill/>
        </p:spPr>
        <p:txBody>
          <a:bodyPr wrap="none" rtlCol="0">
            <a:spAutoFit/>
          </a:bodyPr>
          <a:lstStyle/>
          <a:p>
            <a:r>
              <a:rPr lang="en-US" sz="4800" dirty="0"/>
              <a:t>Candidate</a:t>
            </a:r>
          </a:p>
        </p:txBody>
      </p:sp>
      <p:sp>
        <p:nvSpPr>
          <p:cNvPr id="3" name="Oval 2">
            <a:extLst>
              <a:ext uri="{FF2B5EF4-FFF2-40B4-BE49-F238E27FC236}">
                <a16:creationId xmlns:a16="http://schemas.microsoft.com/office/drawing/2014/main" id="{DDC3E3AD-3A17-D5A9-7090-76A72CD62E01}"/>
              </a:ext>
            </a:extLst>
          </p:cNvPr>
          <p:cNvSpPr/>
          <p:nvPr/>
        </p:nvSpPr>
        <p:spPr>
          <a:xfrm>
            <a:off x="8576491" y="1067681"/>
            <a:ext cx="3116825" cy="3146322"/>
          </a:xfrm>
          <a:prstGeom prst="ellipse">
            <a:avLst/>
          </a:prstGeom>
          <a:noFill/>
          <a:ln w="88900">
            <a:solidFill>
              <a:srgbClr val="349A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725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571900-A01D-45D1-AF96-5F215D236AE0}"/>
              </a:ext>
            </a:extLst>
          </p:cNvPr>
          <p:cNvPicPr>
            <a:picLocks noChangeAspect="1"/>
          </p:cNvPicPr>
          <p:nvPr/>
        </p:nvPicPr>
        <p:blipFill>
          <a:blip r:embed="rId3"/>
          <a:stretch>
            <a:fillRect/>
          </a:stretch>
        </p:blipFill>
        <p:spPr>
          <a:xfrm>
            <a:off x="0" y="0"/>
            <a:ext cx="12192000" cy="6175011"/>
          </a:xfrm>
          <a:prstGeom prst="rect">
            <a:avLst/>
          </a:prstGeom>
        </p:spPr>
      </p:pic>
      <p:sp>
        <p:nvSpPr>
          <p:cNvPr id="7" name="TextBox 6">
            <a:extLst>
              <a:ext uri="{FF2B5EF4-FFF2-40B4-BE49-F238E27FC236}">
                <a16:creationId xmlns:a16="http://schemas.microsoft.com/office/drawing/2014/main" id="{2A373339-9E77-4377-92A0-7B56E617D0DB}"/>
              </a:ext>
            </a:extLst>
          </p:cNvPr>
          <p:cNvSpPr txBox="1"/>
          <p:nvPr/>
        </p:nvSpPr>
        <p:spPr>
          <a:xfrm>
            <a:off x="3592588" y="337973"/>
            <a:ext cx="4997433" cy="769441"/>
          </a:xfrm>
          <a:prstGeom prst="rect">
            <a:avLst/>
          </a:prstGeom>
          <a:noFill/>
        </p:spPr>
        <p:txBody>
          <a:bodyPr wrap="square">
            <a:spAutoFit/>
          </a:bodyPr>
          <a:lstStyle/>
          <a:p>
            <a:r>
              <a:rPr lang="en-US" sz="4400">
                <a:solidFill>
                  <a:schemeClr val="bg1"/>
                </a:solidFill>
              </a:rPr>
              <a:t>Timeline Of Events</a:t>
            </a:r>
            <a:endParaRPr lang="en-US" sz="4400"/>
          </a:p>
        </p:txBody>
      </p:sp>
      <p:pic>
        <p:nvPicPr>
          <p:cNvPr id="13" name="Picture 12">
            <a:extLst>
              <a:ext uri="{FF2B5EF4-FFF2-40B4-BE49-F238E27FC236}">
                <a16:creationId xmlns:a16="http://schemas.microsoft.com/office/drawing/2014/main" id="{7872302C-F43A-5921-F65E-39D625F2884A}"/>
              </a:ext>
            </a:extLst>
          </p:cNvPr>
          <p:cNvPicPr>
            <a:picLocks noChangeAspect="1"/>
          </p:cNvPicPr>
          <p:nvPr/>
        </p:nvPicPr>
        <p:blipFill>
          <a:blip r:embed="rId4"/>
          <a:srcRect l="1075" t="8699" b="12925"/>
          <a:stretch/>
        </p:blipFill>
        <p:spPr>
          <a:xfrm>
            <a:off x="0" y="1614340"/>
            <a:ext cx="12205100" cy="5243660"/>
          </a:xfrm>
          <a:prstGeom prst="rect">
            <a:avLst/>
          </a:prstGeom>
        </p:spPr>
      </p:pic>
      <p:sp>
        <p:nvSpPr>
          <p:cNvPr id="2" name="Oval 1">
            <a:extLst>
              <a:ext uri="{FF2B5EF4-FFF2-40B4-BE49-F238E27FC236}">
                <a16:creationId xmlns:a16="http://schemas.microsoft.com/office/drawing/2014/main" id="{C79E0C66-BB56-751C-308D-14980F0608D5}"/>
              </a:ext>
            </a:extLst>
          </p:cNvPr>
          <p:cNvSpPr/>
          <p:nvPr/>
        </p:nvSpPr>
        <p:spPr>
          <a:xfrm>
            <a:off x="2270941" y="1797023"/>
            <a:ext cx="3511341" cy="3146322"/>
          </a:xfrm>
          <a:prstGeom prst="ellipse">
            <a:avLst/>
          </a:prstGeom>
          <a:noFill/>
          <a:ln w="88900">
            <a:solidFill>
              <a:srgbClr val="349A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C34B2622-5994-2956-05C3-83E7A6B94639}"/>
              </a:ext>
            </a:extLst>
          </p:cNvPr>
          <p:cNvSpPr/>
          <p:nvPr/>
        </p:nvSpPr>
        <p:spPr>
          <a:xfrm>
            <a:off x="6304943" y="3429000"/>
            <a:ext cx="3511341" cy="3146322"/>
          </a:xfrm>
          <a:prstGeom prst="ellipse">
            <a:avLst/>
          </a:prstGeom>
          <a:noFill/>
          <a:ln w="88900">
            <a:solidFill>
              <a:srgbClr val="349A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200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B360-DC0D-37CB-0EF2-8D7D1756BD3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2719748-4F06-C930-082C-F0D511D9EF98}"/>
              </a:ext>
            </a:extLst>
          </p:cNvPr>
          <p:cNvSpPr/>
          <p:nvPr/>
        </p:nvSpPr>
        <p:spPr>
          <a:xfrm>
            <a:off x="0" y="5878928"/>
            <a:ext cx="12192000" cy="954107"/>
          </a:xfrm>
          <a:prstGeom prst="rect">
            <a:avLst/>
          </a:prstGeom>
          <a:solidFill>
            <a:srgbClr val="349A4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5A39CFF-0173-6635-2478-05B30E153350}"/>
              </a:ext>
            </a:extLst>
          </p:cNvPr>
          <p:cNvPicPr>
            <a:picLocks noChangeAspect="1"/>
          </p:cNvPicPr>
          <p:nvPr/>
        </p:nvPicPr>
        <p:blipFill>
          <a:blip r:embed="rId3"/>
          <a:stretch>
            <a:fillRect/>
          </a:stretch>
        </p:blipFill>
        <p:spPr>
          <a:xfrm>
            <a:off x="0" y="0"/>
            <a:ext cx="12192000" cy="6175011"/>
          </a:xfrm>
          <a:prstGeom prst="rect">
            <a:avLst/>
          </a:prstGeom>
        </p:spPr>
      </p:pic>
      <p:sp>
        <p:nvSpPr>
          <p:cNvPr id="7" name="TextBox 6">
            <a:extLst>
              <a:ext uri="{FF2B5EF4-FFF2-40B4-BE49-F238E27FC236}">
                <a16:creationId xmlns:a16="http://schemas.microsoft.com/office/drawing/2014/main" id="{764583C1-CC2A-9350-7535-1B110E43FC9F}"/>
              </a:ext>
            </a:extLst>
          </p:cNvPr>
          <p:cNvSpPr txBox="1"/>
          <p:nvPr/>
        </p:nvSpPr>
        <p:spPr>
          <a:xfrm>
            <a:off x="3083586" y="377270"/>
            <a:ext cx="6015436" cy="769441"/>
          </a:xfrm>
          <a:prstGeom prst="rect">
            <a:avLst/>
          </a:prstGeom>
          <a:noFill/>
        </p:spPr>
        <p:txBody>
          <a:bodyPr wrap="square">
            <a:spAutoFit/>
          </a:bodyPr>
          <a:lstStyle/>
          <a:p>
            <a:r>
              <a:rPr lang="en-US" sz="4400">
                <a:solidFill>
                  <a:schemeClr val="bg1"/>
                </a:solidFill>
              </a:rPr>
              <a:t>Candidate Interview Prep</a:t>
            </a:r>
            <a:endParaRPr lang="en-US" sz="4400"/>
          </a:p>
        </p:txBody>
      </p:sp>
      <p:sp>
        <p:nvSpPr>
          <p:cNvPr id="9" name="TextBox 8">
            <a:extLst>
              <a:ext uri="{FF2B5EF4-FFF2-40B4-BE49-F238E27FC236}">
                <a16:creationId xmlns:a16="http://schemas.microsoft.com/office/drawing/2014/main" id="{85D0E95F-DC05-4FC8-677F-4E8679F77DDB}"/>
              </a:ext>
            </a:extLst>
          </p:cNvPr>
          <p:cNvSpPr txBox="1"/>
          <p:nvPr/>
        </p:nvSpPr>
        <p:spPr>
          <a:xfrm>
            <a:off x="91387" y="1733487"/>
            <a:ext cx="4748278" cy="4154984"/>
          </a:xfrm>
          <a:prstGeom prst="rect">
            <a:avLst/>
          </a:prstGeom>
          <a:noFill/>
        </p:spPr>
        <p:txBody>
          <a:bodyPr wrap="square">
            <a:spAutoFit/>
          </a:bodyPr>
          <a:lstStyle/>
          <a:p>
            <a:pPr marL="285750" indent="-285750">
              <a:buFont typeface="Arial" panose="020B0604020202020204" pitchFamily="34" charset="0"/>
              <a:buChar char="•"/>
            </a:pPr>
            <a:r>
              <a:rPr lang="en-US" sz="2200" dirty="0"/>
              <a:t>Prep and preclosing questions (more to come).</a:t>
            </a:r>
          </a:p>
          <a:p>
            <a:endParaRPr lang="en-US" sz="2200" dirty="0"/>
          </a:p>
          <a:p>
            <a:pPr marL="285750" indent="-285750">
              <a:buFont typeface="Arial" panose="020B0604020202020204" pitchFamily="34" charset="0"/>
              <a:buChar char="•"/>
            </a:pPr>
            <a:r>
              <a:rPr lang="en-US" sz="2200" dirty="0"/>
              <a:t>Details on who they are interviewing with (company, interviewers, culture)- use this time to SELL! (Sell them out first </a:t>
            </a:r>
            <a:r>
              <a:rPr lang="en-US" sz="2200" dirty="0">
                <a:sym typeface="Wingdings" panose="05000000000000000000" pitchFamily="2" charset="2"/>
              </a:rPr>
              <a:t></a:t>
            </a:r>
            <a:r>
              <a:rPr lang="en-US" sz="2200" dirty="0"/>
              <a:t> then sell them in).</a:t>
            </a:r>
          </a:p>
          <a:p>
            <a:endParaRPr lang="en-US" sz="2200" dirty="0"/>
          </a:p>
          <a:p>
            <a:pPr marL="285750" indent="-285750">
              <a:buFont typeface="Arial" panose="020B0604020202020204" pitchFamily="34" charset="0"/>
              <a:buChar char="•"/>
            </a:pPr>
            <a:r>
              <a:rPr lang="en-US" sz="2200" dirty="0"/>
              <a:t>Insight on the client’s must haves and talk through their related experience.</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General interview prep tips.</a:t>
            </a:r>
          </a:p>
        </p:txBody>
      </p:sp>
      <p:pic>
        <p:nvPicPr>
          <p:cNvPr id="10" name="Picture 9">
            <a:extLst>
              <a:ext uri="{FF2B5EF4-FFF2-40B4-BE49-F238E27FC236}">
                <a16:creationId xmlns:a16="http://schemas.microsoft.com/office/drawing/2014/main" id="{6D55DEBD-D34A-22DE-7C73-2C6AA0A4DEE6}"/>
              </a:ext>
            </a:extLst>
          </p:cNvPr>
          <p:cNvPicPr>
            <a:picLocks noChangeAspect="1"/>
          </p:cNvPicPr>
          <p:nvPr/>
        </p:nvPicPr>
        <p:blipFill>
          <a:blip r:embed="rId4"/>
          <a:stretch>
            <a:fillRect/>
          </a:stretch>
        </p:blipFill>
        <p:spPr>
          <a:xfrm>
            <a:off x="4661668" y="2387150"/>
            <a:ext cx="2859272" cy="2853175"/>
          </a:xfrm>
          <a:prstGeom prst="rect">
            <a:avLst/>
          </a:prstGeom>
        </p:spPr>
      </p:pic>
      <p:sp>
        <p:nvSpPr>
          <p:cNvPr id="11" name="TextBox 10">
            <a:extLst>
              <a:ext uri="{FF2B5EF4-FFF2-40B4-BE49-F238E27FC236}">
                <a16:creationId xmlns:a16="http://schemas.microsoft.com/office/drawing/2014/main" id="{C6FD4DA6-590C-AA7F-7242-A23CC5C71B87}"/>
              </a:ext>
            </a:extLst>
          </p:cNvPr>
          <p:cNvSpPr txBox="1"/>
          <p:nvPr/>
        </p:nvSpPr>
        <p:spPr>
          <a:xfrm>
            <a:off x="7542901" y="1931324"/>
            <a:ext cx="4557712" cy="3477875"/>
          </a:xfrm>
          <a:prstGeom prst="rect">
            <a:avLst/>
          </a:prstGeom>
          <a:noFill/>
        </p:spPr>
        <p:txBody>
          <a:bodyPr wrap="square" rtlCol="0">
            <a:spAutoFit/>
          </a:bodyPr>
          <a:lstStyle/>
          <a:p>
            <a:pPr marL="342900" indent="-342900">
              <a:buFont typeface="Arial" panose="020B0604020202020204" pitchFamily="34" charset="0"/>
              <a:buChar char="•"/>
            </a:pPr>
            <a:r>
              <a:rPr lang="en-US" sz="2200"/>
              <a:t>Reconfirm IV logistics and tell them about the confirmation email with resources and job description.</a:t>
            </a:r>
          </a:p>
          <a:p>
            <a:pPr marL="342900" indent="-342900">
              <a:buFont typeface="Arial" panose="020B0604020202020204" pitchFamily="34" charset="0"/>
              <a:buChar char="•"/>
            </a:pPr>
            <a:endParaRPr lang="en-US" sz="2200"/>
          </a:p>
          <a:p>
            <a:pPr marL="342900" indent="-342900">
              <a:buFont typeface="Arial" panose="020B0604020202020204" pitchFamily="34" charset="0"/>
              <a:buChar char="•"/>
            </a:pPr>
            <a:r>
              <a:rPr lang="en-US" sz="2200"/>
              <a:t>Confirm next steps:</a:t>
            </a:r>
          </a:p>
          <a:p>
            <a:pPr marL="800100" lvl="1" indent="-342900">
              <a:buFont typeface="Arial" panose="020B0604020202020204" pitchFamily="34" charset="0"/>
              <a:buChar char="•"/>
            </a:pPr>
            <a:r>
              <a:rPr lang="en-US" sz="2200"/>
              <a:t>If 2</a:t>
            </a:r>
            <a:r>
              <a:rPr lang="en-US" sz="2200" baseline="30000"/>
              <a:t>nd</a:t>
            </a:r>
            <a:r>
              <a:rPr lang="en-US" sz="2200"/>
              <a:t> interview: “when are you </a:t>
            </a:r>
            <a:r>
              <a:rPr lang="en-US" sz="2200" u="sng"/>
              <a:t>specifically</a:t>
            </a:r>
            <a:r>
              <a:rPr lang="en-US" sz="2200"/>
              <a:t> available”</a:t>
            </a:r>
          </a:p>
          <a:p>
            <a:pPr marL="800100" lvl="1" indent="-342900">
              <a:buFont typeface="Arial" panose="020B0604020202020204" pitchFamily="34" charset="0"/>
              <a:buChar char="•"/>
            </a:pPr>
            <a:r>
              <a:rPr lang="en-US" sz="2200"/>
              <a:t>If offer: “can we accept on your behalf” and “when can you start”</a:t>
            </a:r>
          </a:p>
        </p:txBody>
      </p:sp>
      <p:sp>
        <p:nvSpPr>
          <p:cNvPr id="3" name="TextBox 2">
            <a:extLst>
              <a:ext uri="{FF2B5EF4-FFF2-40B4-BE49-F238E27FC236}">
                <a16:creationId xmlns:a16="http://schemas.microsoft.com/office/drawing/2014/main" id="{1B997F7C-0207-93BB-6558-1490E987B9AB}"/>
              </a:ext>
            </a:extLst>
          </p:cNvPr>
          <p:cNvSpPr txBox="1"/>
          <p:nvPr/>
        </p:nvSpPr>
        <p:spPr>
          <a:xfrm>
            <a:off x="343323" y="5859507"/>
            <a:ext cx="11495964" cy="954107"/>
          </a:xfrm>
          <a:prstGeom prst="rect">
            <a:avLst/>
          </a:prstGeom>
          <a:noFill/>
        </p:spPr>
        <p:txBody>
          <a:bodyPr wrap="square" rtlCol="0">
            <a:spAutoFit/>
          </a:bodyPr>
          <a:lstStyle/>
          <a:p>
            <a:pPr algn="ctr"/>
            <a:r>
              <a:rPr lang="en-US" sz="2800" b="1" dirty="0">
                <a:solidFill>
                  <a:schemeClr val="bg1"/>
                </a:solidFill>
              </a:rPr>
              <a:t>ALWAYS LEAVE THE CONVERSATION WITH A DEBRIEF FOLLOW UP TIME SET </a:t>
            </a:r>
            <a:r>
              <a:rPr lang="en-US" sz="2800" b="1" u="sng" dirty="0">
                <a:solidFill>
                  <a:schemeClr val="bg1"/>
                </a:solidFill>
              </a:rPr>
              <a:t>ON THE CALENDAR</a:t>
            </a:r>
            <a:r>
              <a:rPr lang="en-US" sz="2800" b="1" dirty="0">
                <a:solidFill>
                  <a:schemeClr val="bg1"/>
                </a:solidFill>
              </a:rPr>
              <a:t>!</a:t>
            </a:r>
          </a:p>
        </p:txBody>
      </p:sp>
    </p:spTree>
    <p:extLst>
      <p:ext uri="{BB962C8B-B14F-4D97-AF65-F5344CB8AC3E}">
        <p14:creationId xmlns:p14="http://schemas.microsoft.com/office/powerpoint/2010/main" val="331303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C92B-A4A2-FA2D-30B1-EA0ACA6FDB27}"/>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EE72BE5A-8A4D-C768-B071-38F28FB4BDB8}"/>
              </a:ext>
            </a:extLst>
          </p:cNvPr>
          <p:cNvSpPr/>
          <p:nvPr/>
        </p:nvSpPr>
        <p:spPr>
          <a:xfrm>
            <a:off x="105739" y="1222497"/>
            <a:ext cx="2870957" cy="2751806"/>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rgbClr val="FFFAFC"/>
                </a:solidFill>
                <a:latin typeface="Sabon Next LT"/>
              </a:rPr>
              <a:t>If remote: dig in! (Workspace, flexibility and expectations)</a:t>
            </a:r>
            <a:endParaRPr kumimoji="0" lang="en-US" sz="2400" b="0" i="0" u="none" strike="noStrike" kern="1200" cap="none" spc="0" normalizeH="0" baseline="0" noProof="0">
              <a:ln>
                <a:noFill/>
              </a:ln>
              <a:solidFill>
                <a:srgbClr val="FFFAFC"/>
              </a:solidFill>
              <a:effectLst/>
              <a:uLnTx/>
              <a:uFillTx/>
              <a:latin typeface="Sabon Next LT"/>
              <a:ea typeface="+mn-ea"/>
              <a:cs typeface="+mn-cs"/>
            </a:endParaRPr>
          </a:p>
        </p:txBody>
      </p:sp>
      <p:sp>
        <p:nvSpPr>
          <p:cNvPr id="22" name="Rectangle 21">
            <a:extLst>
              <a:ext uri="{FF2B5EF4-FFF2-40B4-BE49-F238E27FC236}">
                <a16:creationId xmlns:a16="http://schemas.microsoft.com/office/drawing/2014/main" id="{9565C749-32D1-7CC8-36BD-CFC388810946}"/>
              </a:ext>
            </a:extLst>
          </p:cNvPr>
          <p:cNvSpPr/>
          <p:nvPr/>
        </p:nvSpPr>
        <p:spPr>
          <a:xfrm>
            <a:off x="1950452" y="187880"/>
            <a:ext cx="8291096" cy="823610"/>
          </a:xfrm>
          <a:prstGeom prst="rect">
            <a:avLst/>
          </a:prstGeom>
          <a:solidFill>
            <a:srgbClr val="002D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rgbClr val="FDFAF6"/>
                </a:solidFill>
                <a:effectLst/>
                <a:uLnTx/>
                <a:uFillTx/>
                <a:latin typeface="Sabon Next LT"/>
                <a:ea typeface="+mn-ea"/>
                <a:cs typeface="+mn-cs"/>
              </a:rPr>
              <a:t>Good Probing Prep Questions</a:t>
            </a:r>
          </a:p>
        </p:txBody>
      </p:sp>
      <p:sp>
        <p:nvSpPr>
          <p:cNvPr id="3" name="Oval 2">
            <a:extLst>
              <a:ext uri="{FF2B5EF4-FFF2-40B4-BE49-F238E27FC236}">
                <a16:creationId xmlns:a16="http://schemas.microsoft.com/office/drawing/2014/main" id="{AF273119-E1F2-E93A-3B4C-7A5FC7280982}"/>
              </a:ext>
            </a:extLst>
          </p:cNvPr>
          <p:cNvSpPr/>
          <p:nvPr/>
        </p:nvSpPr>
        <p:spPr>
          <a:xfrm>
            <a:off x="3164956" y="1222497"/>
            <a:ext cx="2870957" cy="2751806"/>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solidFill>
                  <a:srgbClr val="FFFAFC"/>
                </a:solidFill>
                <a:latin typeface="Sabon Next LT"/>
              </a:rPr>
              <a:t>Talk me through challenging scenarios you have had at work and how you overcame them. </a:t>
            </a:r>
            <a:endParaRPr kumimoji="0" lang="en-US" sz="2000" b="0" i="0" u="none" strike="noStrike" kern="1200" cap="none" spc="0" normalizeH="0" baseline="0" noProof="0">
              <a:ln>
                <a:noFill/>
              </a:ln>
              <a:solidFill>
                <a:srgbClr val="FFFAFC"/>
              </a:solidFill>
              <a:effectLst/>
              <a:uLnTx/>
              <a:uFillTx/>
              <a:latin typeface="Sabon Next LT"/>
              <a:ea typeface="+mn-ea"/>
              <a:cs typeface="+mn-cs"/>
            </a:endParaRPr>
          </a:p>
        </p:txBody>
      </p:sp>
      <p:sp>
        <p:nvSpPr>
          <p:cNvPr id="4" name="Oval 3">
            <a:extLst>
              <a:ext uri="{FF2B5EF4-FFF2-40B4-BE49-F238E27FC236}">
                <a16:creationId xmlns:a16="http://schemas.microsoft.com/office/drawing/2014/main" id="{B9E60876-2D20-8CC0-383D-FBBC8CF5BAE5}"/>
              </a:ext>
            </a:extLst>
          </p:cNvPr>
          <p:cNvSpPr/>
          <p:nvPr/>
        </p:nvSpPr>
        <p:spPr>
          <a:xfrm>
            <a:off x="6190130" y="1222497"/>
            <a:ext cx="2870957" cy="2751806"/>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rgbClr val="FFFAFC"/>
                </a:solidFill>
                <a:latin typeface="Sabon Next LT"/>
              </a:rPr>
              <a:t>What will you do to stand out in this interview?</a:t>
            </a:r>
            <a:endParaRPr kumimoji="0" lang="en-US" sz="2400" b="0" i="0" u="none" strike="noStrike" kern="1200" cap="none" spc="0" normalizeH="0" baseline="0" noProof="0">
              <a:ln>
                <a:noFill/>
              </a:ln>
              <a:solidFill>
                <a:srgbClr val="FFFAFC"/>
              </a:solidFill>
              <a:effectLst/>
              <a:uLnTx/>
              <a:uFillTx/>
              <a:latin typeface="Sabon Next LT"/>
              <a:ea typeface="+mn-ea"/>
              <a:cs typeface="+mn-cs"/>
            </a:endParaRPr>
          </a:p>
        </p:txBody>
      </p:sp>
      <p:sp>
        <p:nvSpPr>
          <p:cNvPr id="6" name="Oval 5">
            <a:extLst>
              <a:ext uri="{FF2B5EF4-FFF2-40B4-BE49-F238E27FC236}">
                <a16:creationId xmlns:a16="http://schemas.microsoft.com/office/drawing/2014/main" id="{2AB4A601-FAE8-687C-A3B8-E96F381FDE2B}"/>
              </a:ext>
            </a:extLst>
          </p:cNvPr>
          <p:cNvSpPr/>
          <p:nvPr/>
        </p:nvSpPr>
        <p:spPr>
          <a:xfrm>
            <a:off x="9215304" y="1222497"/>
            <a:ext cx="2870957" cy="2751806"/>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rgbClr val="FFFAFC"/>
                </a:solidFill>
                <a:latin typeface="Sabon Next LT"/>
              </a:rPr>
              <a:t>How do your skills align with this role and company?</a:t>
            </a:r>
            <a:endParaRPr kumimoji="0" lang="en-US" sz="2400" b="0" i="0" u="none" strike="noStrike" kern="1200" cap="none" spc="0" normalizeH="0" baseline="0" noProof="0">
              <a:ln>
                <a:noFill/>
              </a:ln>
              <a:solidFill>
                <a:srgbClr val="FFFAFC"/>
              </a:solidFill>
              <a:effectLst/>
              <a:uLnTx/>
              <a:uFillTx/>
              <a:latin typeface="Sabon Next LT"/>
              <a:ea typeface="+mn-ea"/>
              <a:cs typeface="+mn-cs"/>
            </a:endParaRPr>
          </a:p>
        </p:txBody>
      </p:sp>
      <p:sp>
        <p:nvSpPr>
          <p:cNvPr id="7" name="Oval 6">
            <a:extLst>
              <a:ext uri="{FF2B5EF4-FFF2-40B4-BE49-F238E27FC236}">
                <a16:creationId xmlns:a16="http://schemas.microsoft.com/office/drawing/2014/main" id="{206C9092-2A33-8747-4527-ECBD4BD3071C}"/>
              </a:ext>
            </a:extLst>
          </p:cNvPr>
          <p:cNvSpPr/>
          <p:nvPr/>
        </p:nvSpPr>
        <p:spPr>
          <a:xfrm>
            <a:off x="1978602" y="3974303"/>
            <a:ext cx="2870957" cy="2751806"/>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rgbClr val="FFFAFC"/>
                </a:solidFill>
                <a:latin typeface="Sabon Next LT"/>
              </a:rPr>
              <a:t>Ask about any PTO or notice required from current role.</a:t>
            </a:r>
            <a:endParaRPr kumimoji="0" lang="en-US" sz="2400" b="0" i="0" u="none" strike="noStrike" kern="1200" cap="none" spc="0" normalizeH="0" baseline="0" noProof="0">
              <a:ln>
                <a:noFill/>
              </a:ln>
              <a:solidFill>
                <a:srgbClr val="FFFAFC"/>
              </a:solidFill>
              <a:effectLst/>
              <a:uLnTx/>
              <a:uFillTx/>
              <a:latin typeface="Sabon Next LT"/>
              <a:ea typeface="+mn-ea"/>
              <a:cs typeface="+mn-cs"/>
            </a:endParaRPr>
          </a:p>
        </p:txBody>
      </p:sp>
      <p:sp>
        <p:nvSpPr>
          <p:cNvPr id="8" name="Oval 7">
            <a:extLst>
              <a:ext uri="{FF2B5EF4-FFF2-40B4-BE49-F238E27FC236}">
                <a16:creationId xmlns:a16="http://schemas.microsoft.com/office/drawing/2014/main" id="{BDB73FDE-C366-F204-6595-C21CF16F65BB}"/>
              </a:ext>
            </a:extLst>
          </p:cNvPr>
          <p:cNvSpPr/>
          <p:nvPr/>
        </p:nvSpPr>
        <p:spPr>
          <a:xfrm>
            <a:off x="5003776" y="3918314"/>
            <a:ext cx="2870957" cy="2751806"/>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rgbClr val="FFFAFC"/>
                </a:solidFill>
                <a:latin typeface="Sabon Next LT"/>
              </a:rPr>
              <a:t>What is your biggest motivating factor in taking a new role?</a:t>
            </a:r>
            <a:endParaRPr kumimoji="0" lang="en-US" sz="2400" b="0" i="0" u="none" strike="noStrike" kern="1200" cap="none" spc="0" normalizeH="0" baseline="0" noProof="0">
              <a:ln>
                <a:noFill/>
              </a:ln>
              <a:solidFill>
                <a:srgbClr val="FFFAFC"/>
              </a:solidFill>
              <a:effectLst/>
              <a:uLnTx/>
              <a:uFillTx/>
              <a:latin typeface="Sabon Next LT"/>
              <a:ea typeface="+mn-ea"/>
              <a:cs typeface="+mn-cs"/>
            </a:endParaRPr>
          </a:p>
        </p:txBody>
      </p:sp>
      <p:sp>
        <p:nvSpPr>
          <p:cNvPr id="9" name="Oval 8">
            <a:extLst>
              <a:ext uri="{FF2B5EF4-FFF2-40B4-BE49-F238E27FC236}">
                <a16:creationId xmlns:a16="http://schemas.microsoft.com/office/drawing/2014/main" id="{9FDD9E5D-56DC-EE20-24EC-924FFDDC660C}"/>
              </a:ext>
            </a:extLst>
          </p:cNvPr>
          <p:cNvSpPr/>
          <p:nvPr/>
        </p:nvSpPr>
        <p:spPr>
          <a:xfrm>
            <a:off x="8028950" y="3918314"/>
            <a:ext cx="2870957" cy="2751806"/>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rgbClr val="FFFAFC"/>
                </a:solidFill>
                <a:latin typeface="Sabon Next LT"/>
              </a:rPr>
              <a:t>Do you have any concerns with your ability to do the job?</a:t>
            </a:r>
            <a:endParaRPr kumimoji="0" lang="en-US" sz="2400" b="0" i="0" u="none" strike="noStrike" kern="1200" cap="none" spc="0" normalizeH="0" baseline="0" noProof="0">
              <a:ln>
                <a:noFill/>
              </a:ln>
              <a:solidFill>
                <a:srgbClr val="FFFAFC"/>
              </a:solidFill>
              <a:effectLst/>
              <a:uLnTx/>
              <a:uFillTx/>
              <a:latin typeface="Sabon Next LT"/>
              <a:ea typeface="+mn-ea"/>
              <a:cs typeface="+mn-cs"/>
            </a:endParaRPr>
          </a:p>
        </p:txBody>
      </p:sp>
    </p:spTree>
    <p:extLst>
      <p:ext uri="{BB962C8B-B14F-4D97-AF65-F5344CB8AC3E}">
        <p14:creationId xmlns:p14="http://schemas.microsoft.com/office/powerpoint/2010/main" val="252415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P spid="6" grpId="0" animBg="1"/>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365C-758D-10B3-0A6F-818A3501465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9D98385-B675-1FAD-B71F-91A24C08DA2E}"/>
              </a:ext>
            </a:extLst>
          </p:cNvPr>
          <p:cNvSpPr/>
          <p:nvPr/>
        </p:nvSpPr>
        <p:spPr>
          <a:xfrm>
            <a:off x="116923" y="1305441"/>
            <a:ext cx="2608857" cy="252722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FAFC"/>
                </a:solidFill>
                <a:effectLst/>
                <a:uLnTx/>
                <a:uFillTx/>
                <a:latin typeface="Sabon Next LT"/>
                <a:ea typeface="+mn-ea"/>
                <a:cs typeface="+mn-cs"/>
              </a:rPr>
              <a:t>What else do you have in the mix?</a:t>
            </a:r>
          </a:p>
        </p:txBody>
      </p:sp>
      <p:sp>
        <p:nvSpPr>
          <p:cNvPr id="11" name="Oval 10">
            <a:extLst>
              <a:ext uri="{FF2B5EF4-FFF2-40B4-BE49-F238E27FC236}">
                <a16:creationId xmlns:a16="http://schemas.microsoft.com/office/drawing/2014/main" id="{FA272231-2F24-2D35-9D4F-A43A5EA9A1F1}"/>
              </a:ext>
            </a:extLst>
          </p:cNvPr>
          <p:cNvSpPr/>
          <p:nvPr/>
        </p:nvSpPr>
        <p:spPr>
          <a:xfrm>
            <a:off x="116923" y="4117314"/>
            <a:ext cx="2608857" cy="252722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a:ln>
                  <a:noFill/>
                </a:ln>
                <a:solidFill>
                  <a:srgbClr val="FFFAFC"/>
                </a:solidFill>
                <a:effectLst/>
                <a:uLnTx/>
                <a:uFillTx/>
                <a:latin typeface="Sabon Next LT"/>
                <a:ea typeface="+mn-ea"/>
                <a:cs typeface="+mn-cs"/>
              </a:rPr>
              <a:t>How does this role rank with other potentials?</a:t>
            </a:r>
          </a:p>
        </p:txBody>
      </p:sp>
      <p:sp>
        <p:nvSpPr>
          <p:cNvPr id="12" name="Oval 11">
            <a:extLst>
              <a:ext uri="{FF2B5EF4-FFF2-40B4-BE49-F238E27FC236}">
                <a16:creationId xmlns:a16="http://schemas.microsoft.com/office/drawing/2014/main" id="{1733C8F1-7583-1ABF-2E81-53FE166ABF5E}"/>
              </a:ext>
            </a:extLst>
          </p:cNvPr>
          <p:cNvSpPr/>
          <p:nvPr/>
        </p:nvSpPr>
        <p:spPr>
          <a:xfrm>
            <a:off x="3107165" y="1305441"/>
            <a:ext cx="2608857" cy="2527222"/>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AFC"/>
                </a:solidFill>
                <a:effectLst/>
                <a:uLnTx/>
                <a:uFillTx/>
                <a:latin typeface="Sabon Next LT"/>
                <a:ea typeface="+mn-ea"/>
                <a:cs typeface="+mn-cs"/>
              </a:rPr>
              <a:t>Can we accept on your behalf?</a:t>
            </a:r>
          </a:p>
        </p:txBody>
      </p:sp>
      <p:sp>
        <p:nvSpPr>
          <p:cNvPr id="13" name="Oval 12">
            <a:extLst>
              <a:ext uri="{FF2B5EF4-FFF2-40B4-BE49-F238E27FC236}">
                <a16:creationId xmlns:a16="http://schemas.microsoft.com/office/drawing/2014/main" id="{365776A1-7317-9BCD-4B12-FB0307EDABCE}"/>
              </a:ext>
            </a:extLst>
          </p:cNvPr>
          <p:cNvSpPr/>
          <p:nvPr/>
        </p:nvSpPr>
        <p:spPr>
          <a:xfrm>
            <a:off x="2992480" y="4117314"/>
            <a:ext cx="2608857" cy="2527222"/>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FAFC"/>
                </a:solidFill>
                <a:effectLst/>
                <a:uLnTx/>
                <a:uFillTx/>
                <a:latin typeface="Sabon Next LT"/>
                <a:ea typeface="+mn-ea"/>
                <a:cs typeface="+mn-cs"/>
              </a:rPr>
              <a:t>When can you start?</a:t>
            </a:r>
          </a:p>
        </p:txBody>
      </p:sp>
      <p:sp>
        <p:nvSpPr>
          <p:cNvPr id="14" name="Oval 13">
            <a:extLst>
              <a:ext uri="{FF2B5EF4-FFF2-40B4-BE49-F238E27FC236}">
                <a16:creationId xmlns:a16="http://schemas.microsoft.com/office/drawing/2014/main" id="{D33E64C9-3B34-FFEA-218B-F6FEC8087656}"/>
              </a:ext>
            </a:extLst>
          </p:cNvPr>
          <p:cNvSpPr/>
          <p:nvPr/>
        </p:nvSpPr>
        <p:spPr>
          <a:xfrm>
            <a:off x="6239066" y="4117314"/>
            <a:ext cx="2608857" cy="2527222"/>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AFC"/>
                </a:solidFill>
                <a:effectLst/>
                <a:uLnTx/>
                <a:uFillTx/>
                <a:latin typeface="Sabon Next LT"/>
                <a:ea typeface="+mn-ea"/>
                <a:cs typeface="+mn-cs"/>
              </a:rPr>
              <a:t>What excites you most about this opportunity?</a:t>
            </a:r>
          </a:p>
        </p:txBody>
      </p:sp>
      <p:sp>
        <p:nvSpPr>
          <p:cNvPr id="15" name="Oval 14">
            <a:extLst>
              <a:ext uri="{FF2B5EF4-FFF2-40B4-BE49-F238E27FC236}">
                <a16:creationId xmlns:a16="http://schemas.microsoft.com/office/drawing/2014/main" id="{9751D6AA-16DA-0289-3CF8-DA6A96344394}"/>
              </a:ext>
            </a:extLst>
          </p:cNvPr>
          <p:cNvSpPr/>
          <p:nvPr/>
        </p:nvSpPr>
        <p:spPr>
          <a:xfrm>
            <a:off x="9466219" y="1334758"/>
            <a:ext cx="2608857" cy="252722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AFC"/>
                </a:solidFill>
                <a:effectLst/>
                <a:uLnTx/>
                <a:uFillTx/>
                <a:latin typeface="Sabon Next LT"/>
                <a:ea typeface="+mn-ea"/>
                <a:cs typeface="+mn-cs"/>
              </a:rPr>
              <a:t>Is there a possibility for an extension/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AFC"/>
                </a:solidFill>
                <a:effectLst/>
                <a:uLnTx/>
                <a:uFillTx/>
                <a:latin typeface="Sabon Next LT"/>
                <a:ea typeface="+mn-ea"/>
                <a:cs typeface="+mn-cs"/>
              </a:rPr>
              <a:t>counter offer?</a:t>
            </a:r>
          </a:p>
        </p:txBody>
      </p:sp>
      <p:sp>
        <p:nvSpPr>
          <p:cNvPr id="22" name="Rectangle 21">
            <a:extLst>
              <a:ext uri="{FF2B5EF4-FFF2-40B4-BE49-F238E27FC236}">
                <a16:creationId xmlns:a16="http://schemas.microsoft.com/office/drawing/2014/main" id="{256AE927-54E9-BBF2-0899-23F5802A8799}"/>
              </a:ext>
            </a:extLst>
          </p:cNvPr>
          <p:cNvSpPr/>
          <p:nvPr/>
        </p:nvSpPr>
        <p:spPr>
          <a:xfrm>
            <a:off x="2073742" y="104134"/>
            <a:ext cx="8457227" cy="975291"/>
          </a:xfrm>
          <a:prstGeom prst="rect">
            <a:avLst/>
          </a:prstGeom>
          <a:solidFill>
            <a:srgbClr val="002D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rgbClr val="FDFAF6"/>
                </a:solidFill>
                <a:effectLst/>
                <a:uLnTx/>
                <a:uFillTx/>
                <a:latin typeface="Sabon Next LT"/>
                <a:ea typeface="+mn-ea"/>
                <a:cs typeface="+mn-cs"/>
              </a:rPr>
              <a:t>Good Pre-Closing Questions</a:t>
            </a:r>
          </a:p>
        </p:txBody>
      </p:sp>
      <p:sp>
        <p:nvSpPr>
          <p:cNvPr id="2" name="Oval 1">
            <a:extLst>
              <a:ext uri="{FF2B5EF4-FFF2-40B4-BE49-F238E27FC236}">
                <a16:creationId xmlns:a16="http://schemas.microsoft.com/office/drawing/2014/main" id="{AC7959BD-3624-3E2A-72A0-8ABD1A2908EF}"/>
              </a:ext>
            </a:extLst>
          </p:cNvPr>
          <p:cNvSpPr/>
          <p:nvPr/>
        </p:nvSpPr>
        <p:spPr>
          <a:xfrm>
            <a:off x="6239065" y="1305441"/>
            <a:ext cx="2608857" cy="2527222"/>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AFC"/>
                </a:solidFill>
                <a:effectLst/>
                <a:uLnTx/>
                <a:uFillTx/>
                <a:latin typeface="Sabon Next LT"/>
                <a:ea typeface="+mn-ea"/>
                <a:cs typeface="+mn-cs"/>
              </a:rPr>
              <a:t>On a Scale of 1-10 how interested are you in the role?</a:t>
            </a:r>
          </a:p>
        </p:txBody>
      </p:sp>
      <p:sp>
        <p:nvSpPr>
          <p:cNvPr id="3" name="Oval 2">
            <a:extLst>
              <a:ext uri="{FF2B5EF4-FFF2-40B4-BE49-F238E27FC236}">
                <a16:creationId xmlns:a16="http://schemas.microsoft.com/office/drawing/2014/main" id="{B01D2E7A-0AA1-2A12-A729-132893596C16}"/>
              </a:ext>
            </a:extLst>
          </p:cNvPr>
          <p:cNvSpPr/>
          <p:nvPr/>
        </p:nvSpPr>
        <p:spPr>
          <a:xfrm>
            <a:off x="9485652" y="4117313"/>
            <a:ext cx="2608857" cy="2527223"/>
          </a:xfrm>
          <a:prstGeom prst="ellipse">
            <a:avLst/>
          </a:prstGeom>
          <a:solidFill>
            <a:srgbClr val="349A46"/>
          </a:solidFill>
          <a:ln w="44450">
            <a:solidFill>
              <a:srgbClr val="002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AFC"/>
                </a:solidFill>
                <a:effectLst/>
                <a:uLnTx/>
                <a:uFillTx/>
                <a:latin typeface="Sabon Next LT"/>
                <a:ea typeface="+mn-ea"/>
                <a:cs typeface="+mn-cs"/>
              </a:rPr>
              <a:t>Confirm</a:t>
            </a:r>
            <a:r>
              <a:rPr kumimoji="0" lang="en-US" sz="2400" b="0" i="0" u="none" strike="noStrike" kern="1200" cap="none" spc="0" normalizeH="0" noProof="0" dirty="0">
                <a:ln>
                  <a:noFill/>
                </a:ln>
                <a:solidFill>
                  <a:srgbClr val="FFFAFC"/>
                </a:solidFill>
                <a:effectLst/>
                <a:uLnTx/>
                <a:uFillTx/>
                <a:latin typeface="Sabon Next LT"/>
                <a:ea typeface="+mn-ea"/>
                <a:cs typeface="+mn-cs"/>
              </a:rPr>
              <a:t>  Rate!</a:t>
            </a:r>
            <a:endParaRPr kumimoji="0" lang="en-US" sz="2400" b="0" i="0" u="none" strike="noStrike" kern="1200" cap="none" spc="0" normalizeH="0" baseline="0" noProof="0" dirty="0">
              <a:ln>
                <a:noFill/>
              </a:ln>
              <a:solidFill>
                <a:srgbClr val="FFFAFC"/>
              </a:solidFill>
              <a:effectLst/>
              <a:uLnTx/>
              <a:uFillTx/>
              <a:latin typeface="Sabon Next LT"/>
              <a:ea typeface="+mn-ea"/>
              <a:cs typeface="+mn-cs"/>
            </a:endParaRPr>
          </a:p>
        </p:txBody>
      </p:sp>
    </p:spTree>
    <p:extLst>
      <p:ext uri="{BB962C8B-B14F-4D97-AF65-F5344CB8AC3E}">
        <p14:creationId xmlns:p14="http://schemas.microsoft.com/office/powerpoint/2010/main" val="282576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3" grpId="0" animBg="1"/>
      <p:bldP spid="14" grpId="0" animBg="1"/>
      <p:bldP spid="15" grpId="0" animBg="1"/>
      <p:bldP spid="2"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9EFF3-FB7B-F43C-C937-5ECE122053B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FCE736F-5470-C768-8AAD-D8F5545782A5}"/>
              </a:ext>
            </a:extLst>
          </p:cNvPr>
          <p:cNvPicPr>
            <a:picLocks noChangeAspect="1"/>
          </p:cNvPicPr>
          <p:nvPr/>
        </p:nvPicPr>
        <p:blipFill>
          <a:blip r:embed="rId3"/>
          <a:stretch>
            <a:fillRect/>
          </a:stretch>
        </p:blipFill>
        <p:spPr>
          <a:xfrm>
            <a:off x="7613952" y="0"/>
            <a:ext cx="4578048" cy="6858000"/>
          </a:xfrm>
          <a:prstGeom prst="rect">
            <a:avLst/>
          </a:prstGeom>
        </p:spPr>
      </p:pic>
      <p:sp>
        <p:nvSpPr>
          <p:cNvPr id="8" name="TextBox 7">
            <a:extLst>
              <a:ext uri="{FF2B5EF4-FFF2-40B4-BE49-F238E27FC236}">
                <a16:creationId xmlns:a16="http://schemas.microsoft.com/office/drawing/2014/main" id="{C1B3B6EA-9C44-9D08-7805-0BCD40230FA4}"/>
              </a:ext>
            </a:extLst>
          </p:cNvPr>
          <p:cNvSpPr txBox="1"/>
          <p:nvPr/>
        </p:nvSpPr>
        <p:spPr>
          <a:xfrm>
            <a:off x="8019883" y="2596543"/>
            <a:ext cx="3766185" cy="1446550"/>
          </a:xfrm>
          <a:prstGeom prst="rect">
            <a:avLst/>
          </a:prstGeom>
          <a:noFill/>
        </p:spPr>
        <p:txBody>
          <a:bodyPr wrap="square">
            <a:spAutoFit/>
          </a:bodyPr>
          <a:lstStyle/>
          <a:p>
            <a:pPr algn="ctr"/>
            <a:r>
              <a:rPr kumimoji="0" lang="en-US" sz="4400" b="0" i="0" u="none" strike="noStrike" kern="1200" cap="none" spc="0" normalizeH="0" baseline="0" noProof="0">
                <a:ln>
                  <a:noFill/>
                </a:ln>
                <a:solidFill>
                  <a:prstClr val="white"/>
                </a:solidFill>
                <a:effectLst/>
                <a:uLnTx/>
                <a:uFillTx/>
                <a:latin typeface="Calibri Light" panose="020F0302020204030204"/>
                <a:ea typeface="+mj-ea"/>
                <a:cs typeface="+mj-cs"/>
              </a:rPr>
              <a:t>Confirmation Email</a:t>
            </a:r>
            <a:endParaRPr lang="en-US"/>
          </a:p>
        </p:txBody>
      </p:sp>
      <p:pic>
        <p:nvPicPr>
          <p:cNvPr id="2" name="Picture 1" descr="Graphical user interface, text, application&#10;&#10;Description automatically generated">
            <a:extLst>
              <a:ext uri="{FF2B5EF4-FFF2-40B4-BE49-F238E27FC236}">
                <a16:creationId xmlns:a16="http://schemas.microsoft.com/office/drawing/2014/main" id="{A22E7769-E991-BEE6-6121-1C41525A81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
            <a:ext cx="7613951" cy="7014949"/>
          </a:xfrm>
          <a:prstGeom prst="rect">
            <a:avLst/>
          </a:prstGeom>
        </p:spPr>
      </p:pic>
    </p:spTree>
    <p:extLst>
      <p:ext uri="{BB962C8B-B14F-4D97-AF65-F5344CB8AC3E}">
        <p14:creationId xmlns:p14="http://schemas.microsoft.com/office/powerpoint/2010/main" val="174672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9FE0-7252-9C93-6BE1-84F9E83B4F7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AC2D4D9-E143-6184-D658-FD31A2F55900}"/>
              </a:ext>
            </a:extLst>
          </p:cNvPr>
          <p:cNvSpPr/>
          <p:nvPr/>
        </p:nvSpPr>
        <p:spPr>
          <a:xfrm>
            <a:off x="0" y="5878928"/>
            <a:ext cx="12192000" cy="1001760"/>
          </a:xfrm>
          <a:prstGeom prst="rect">
            <a:avLst/>
          </a:prstGeom>
          <a:solidFill>
            <a:srgbClr val="349A4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A684358-75B0-9BBF-4BFA-5FAC95C5E28A}"/>
              </a:ext>
            </a:extLst>
          </p:cNvPr>
          <p:cNvPicPr>
            <a:picLocks noChangeAspect="1"/>
          </p:cNvPicPr>
          <p:nvPr/>
        </p:nvPicPr>
        <p:blipFill>
          <a:blip r:embed="rId3"/>
          <a:stretch>
            <a:fillRect/>
          </a:stretch>
        </p:blipFill>
        <p:spPr>
          <a:xfrm>
            <a:off x="0" y="0"/>
            <a:ext cx="12192000" cy="6175011"/>
          </a:xfrm>
          <a:prstGeom prst="rect">
            <a:avLst/>
          </a:prstGeom>
        </p:spPr>
      </p:pic>
      <p:sp>
        <p:nvSpPr>
          <p:cNvPr id="7" name="TextBox 6">
            <a:extLst>
              <a:ext uri="{FF2B5EF4-FFF2-40B4-BE49-F238E27FC236}">
                <a16:creationId xmlns:a16="http://schemas.microsoft.com/office/drawing/2014/main" id="{51D8FCC4-4D9F-3D1B-2105-8308B639CBC8}"/>
              </a:ext>
            </a:extLst>
          </p:cNvPr>
          <p:cNvSpPr txBox="1"/>
          <p:nvPr/>
        </p:nvSpPr>
        <p:spPr>
          <a:xfrm>
            <a:off x="3903846" y="386980"/>
            <a:ext cx="4374916" cy="769441"/>
          </a:xfrm>
          <a:prstGeom prst="rect">
            <a:avLst/>
          </a:prstGeom>
          <a:noFill/>
        </p:spPr>
        <p:txBody>
          <a:bodyPr wrap="square">
            <a:spAutoFit/>
          </a:bodyPr>
          <a:lstStyle/>
          <a:p>
            <a:r>
              <a:rPr lang="en-US" sz="4400">
                <a:solidFill>
                  <a:schemeClr val="bg1"/>
                </a:solidFill>
              </a:rPr>
              <a:t>Candidate Debrief</a:t>
            </a:r>
            <a:endParaRPr lang="en-US" sz="4400"/>
          </a:p>
        </p:txBody>
      </p:sp>
      <p:sp>
        <p:nvSpPr>
          <p:cNvPr id="9" name="TextBox 8">
            <a:extLst>
              <a:ext uri="{FF2B5EF4-FFF2-40B4-BE49-F238E27FC236}">
                <a16:creationId xmlns:a16="http://schemas.microsoft.com/office/drawing/2014/main" id="{3DB4DDF6-35C0-ABD6-C1C9-97D26EDEF02F}"/>
              </a:ext>
            </a:extLst>
          </p:cNvPr>
          <p:cNvSpPr txBox="1"/>
          <p:nvPr/>
        </p:nvSpPr>
        <p:spPr>
          <a:xfrm>
            <a:off x="0" y="1595602"/>
            <a:ext cx="4748278" cy="4493538"/>
          </a:xfrm>
          <a:prstGeom prst="rect">
            <a:avLst/>
          </a:prstGeom>
          <a:noFill/>
        </p:spPr>
        <p:txBody>
          <a:bodyPr wrap="square">
            <a:spAutoFit/>
          </a:bodyPr>
          <a:lstStyle/>
          <a:p>
            <a:pPr marL="285750" indent="-285750">
              <a:buFont typeface="Arial" panose="020B0604020202020204" pitchFamily="34" charset="0"/>
              <a:buChar char="•"/>
            </a:pPr>
            <a:r>
              <a:rPr lang="en-US" sz="2200" dirty="0"/>
              <a:t>Ask open ended questions: </a:t>
            </a:r>
          </a:p>
          <a:p>
            <a:pPr marL="742950" lvl="1" indent="-285750">
              <a:buFont typeface="Arial" panose="020B0604020202020204" pitchFamily="34" charset="0"/>
              <a:buChar char="•"/>
            </a:pPr>
            <a:r>
              <a:rPr lang="en-US" sz="2200" dirty="0"/>
              <a:t>How long did the interview last?</a:t>
            </a:r>
          </a:p>
          <a:p>
            <a:pPr marL="742950" lvl="1" indent="-285750">
              <a:buFont typeface="Arial" panose="020B0604020202020204" pitchFamily="34" charset="0"/>
              <a:buChar char="•"/>
            </a:pPr>
            <a:r>
              <a:rPr lang="en-US" sz="2200" dirty="0"/>
              <a:t>How did they feel it went on a scale of 1-10?</a:t>
            </a:r>
          </a:p>
          <a:p>
            <a:pPr marL="742950" lvl="1" indent="-285750">
              <a:buFont typeface="Arial" panose="020B0604020202020204" pitchFamily="34" charset="0"/>
              <a:buChar char="•"/>
            </a:pPr>
            <a:r>
              <a:rPr lang="en-US" sz="2200" dirty="0"/>
              <a:t>What specific questions were asked?</a:t>
            </a:r>
          </a:p>
          <a:p>
            <a:pPr marL="742950" lvl="1" indent="-285750">
              <a:buFont typeface="Arial" panose="020B0604020202020204" pitchFamily="34" charset="0"/>
              <a:buChar char="•"/>
            </a:pPr>
            <a:r>
              <a:rPr lang="en-US" sz="2200" dirty="0"/>
              <a:t>What aspects of the IV went well?</a:t>
            </a:r>
          </a:p>
          <a:p>
            <a:pPr marL="742950" lvl="1" indent="-285750">
              <a:buFont typeface="Arial" panose="020B0604020202020204" pitchFamily="34" charset="0"/>
              <a:buChar char="•"/>
            </a:pPr>
            <a:r>
              <a:rPr lang="en-US" sz="2200" dirty="0"/>
              <a:t>Were there areas you didn’t feel confident?</a:t>
            </a:r>
          </a:p>
          <a:p>
            <a:pPr marL="742950" lvl="1" indent="-285750">
              <a:buFont typeface="Arial" panose="020B0604020202020204" pitchFamily="34" charset="0"/>
              <a:buChar char="•"/>
            </a:pPr>
            <a:r>
              <a:rPr lang="en-US" sz="2200" dirty="0"/>
              <a:t>Are you still interested in the role? Why or why not?</a:t>
            </a:r>
          </a:p>
          <a:p>
            <a:pPr marL="285750" indent="-285750">
              <a:buFont typeface="Arial" panose="020B0604020202020204" pitchFamily="34" charset="0"/>
              <a:buChar char="•"/>
            </a:pPr>
            <a:endParaRPr lang="en-US" sz="2200" dirty="0"/>
          </a:p>
        </p:txBody>
      </p:sp>
      <p:pic>
        <p:nvPicPr>
          <p:cNvPr id="10" name="Picture 9">
            <a:extLst>
              <a:ext uri="{FF2B5EF4-FFF2-40B4-BE49-F238E27FC236}">
                <a16:creationId xmlns:a16="http://schemas.microsoft.com/office/drawing/2014/main" id="{1A1A3474-42D1-2CE1-F496-1DA3C08ABBBD}"/>
              </a:ext>
            </a:extLst>
          </p:cNvPr>
          <p:cNvPicPr>
            <a:picLocks noChangeAspect="1"/>
          </p:cNvPicPr>
          <p:nvPr/>
        </p:nvPicPr>
        <p:blipFill>
          <a:blip r:embed="rId4"/>
          <a:stretch>
            <a:fillRect/>
          </a:stretch>
        </p:blipFill>
        <p:spPr>
          <a:xfrm>
            <a:off x="4661668" y="2387150"/>
            <a:ext cx="2859272" cy="2853175"/>
          </a:xfrm>
          <a:prstGeom prst="rect">
            <a:avLst/>
          </a:prstGeom>
        </p:spPr>
      </p:pic>
      <p:sp>
        <p:nvSpPr>
          <p:cNvPr id="11" name="TextBox 10">
            <a:extLst>
              <a:ext uri="{FF2B5EF4-FFF2-40B4-BE49-F238E27FC236}">
                <a16:creationId xmlns:a16="http://schemas.microsoft.com/office/drawing/2014/main" id="{D9A055B5-6A3A-B926-2770-F8B4AD215FAE}"/>
              </a:ext>
            </a:extLst>
          </p:cNvPr>
          <p:cNvSpPr txBox="1"/>
          <p:nvPr/>
        </p:nvSpPr>
        <p:spPr>
          <a:xfrm>
            <a:off x="7577614" y="1904222"/>
            <a:ext cx="4557712" cy="3816429"/>
          </a:xfrm>
          <a:prstGeom prst="rect">
            <a:avLst/>
          </a:prstGeom>
          <a:noFill/>
        </p:spPr>
        <p:txBody>
          <a:bodyPr wrap="square" rtlCol="0">
            <a:spAutoFit/>
          </a:bodyPr>
          <a:lstStyle/>
          <a:p>
            <a:pPr marL="342900" indent="-342900">
              <a:buFont typeface="Arial" panose="020B0604020202020204" pitchFamily="34" charset="0"/>
              <a:buChar char="•"/>
            </a:pPr>
            <a:r>
              <a:rPr lang="en-US" sz="2200" dirty="0"/>
              <a:t>Did they mention next steps?</a:t>
            </a:r>
          </a:p>
          <a:p>
            <a:pPr marL="342900" indent="-342900">
              <a:buFont typeface="Arial" panose="020B0604020202020204" pitchFamily="34" charset="0"/>
              <a:buChar char="•"/>
            </a:pPr>
            <a:r>
              <a:rPr lang="en-US" sz="2200" b="1" u="sng" dirty="0"/>
              <a:t>Re-ask</a:t>
            </a:r>
            <a:r>
              <a:rPr lang="en-US" sz="2200" dirty="0"/>
              <a:t> pre-closing questions:</a:t>
            </a:r>
          </a:p>
          <a:p>
            <a:pPr marL="800100" lvl="1" indent="-342900">
              <a:buFont typeface="Arial" panose="020B0604020202020204" pitchFamily="34" charset="0"/>
              <a:buChar char="•"/>
            </a:pPr>
            <a:r>
              <a:rPr lang="en-US" sz="2200" dirty="0"/>
              <a:t>Will they accept?</a:t>
            </a:r>
          </a:p>
          <a:p>
            <a:pPr marL="800100" lvl="1" indent="-342900">
              <a:buFont typeface="Arial" panose="020B0604020202020204" pitchFamily="34" charset="0"/>
              <a:buChar char="•"/>
            </a:pPr>
            <a:r>
              <a:rPr lang="en-US" sz="2200" dirty="0"/>
              <a:t>Can we accept on their behalf</a:t>
            </a:r>
          </a:p>
          <a:p>
            <a:pPr marL="800100" lvl="1" indent="-342900">
              <a:buFont typeface="Arial" panose="020B0604020202020204" pitchFamily="34" charset="0"/>
              <a:buChar char="•"/>
            </a:pPr>
            <a:r>
              <a:rPr lang="en-US" sz="2200" dirty="0"/>
              <a:t>How does this rank now with opportunities?</a:t>
            </a:r>
          </a:p>
          <a:p>
            <a:pPr marL="800100" lvl="1" indent="-342900">
              <a:buFont typeface="Arial" panose="020B0604020202020204" pitchFamily="34" charset="0"/>
              <a:buChar char="•"/>
            </a:pPr>
            <a:r>
              <a:rPr lang="en-US" sz="2200" dirty="0"/>
              <a:t>When can they start?</a:t>
            </a:r>
          </a:p>
          <a:p>
            <a:pPr lvl="1"/>
            <a:endParaRPr lang="en-US" sz="2200" dirty="0"/>
          </a:p>
          <a:p>
            <a:pPr marL="285750" indent="-285750">
              <a:buFont typeface="Arial" panose="020B0604020202020204" pitchFamily="34" charset="0"/>
              <a:buChar char="•"/>
            </a:pPr>
            <a:r>
              <a:rPr lang="en-US" sz="2200" i="1" dirty="0"/>
              <a:t>Take notes and put them into </a:t>
            </a:r>
            <a:r>
              <a:rPr lang="en-US" sz="2200" i="1" dirty="0" err="1"/>
              <a:t>JobDiva</a:t>
            </a:r>
            <a:r>
              <a:rPr lang="en-US" sz="2200" i="1" dirty="0"/>
              <a:t> for future IV prep!</a:t>
            </a:r>
          </a:p>
          <a:p>
            <a:pPr marL="285750" indent="-285750">
              <a:buFont typeface="Arial" panose="020B0604020202020204" pitchFamily="34" charset="0"/>
              <a:buChar char="•"/>
            </a:pPr>
            <a:endParaRPr lang="en-US" sz="2200" dirty="0"/>
          </a:p>
        </p:txBody>
      </p:sp>
      <p:sp>
        <p:nvSpPr>
          <p:cNvPr id="3" name="TextBox 2">
            <a:extLst>
              <a:ext uri="{FF2B5EF4-FFF2-40B4-BE49-F238E27FC236}">
                <a16:creationId xmlns:a16="http://schemas.microsoft.com/office/drawing/2014/main" id="{1AC9941F-E236-B682-9630-AB13EF5996D4}"/>
              </a:ext>
            </a:extLst>
          </p:cNvPr>
          <p:cNvSpPr txBox="1"/>
          <p:nvPr/>
        </p:nvSpPr>
        <p:spPr>
          <a:xfrm>
            <a:off x="348018" y="5903893"/>
            <a:ext cx="11495964" cy="954107"/>
          </a:xfrm>
          <a:prstGeom prst="rect">
            <a:avLst/>
          </a:prstGeom>
          <a:noFill/>
        </p:spPr>
        <p:txBody>
          <a:bodyPr wrap="square" rtlCol="0">
            <a:spAutoFit/>
          </a:bodyPr>
          <a:lstStyle/>
          <a:p>
            <a:pPr algn="ctr"/>
            <a:r>
              <a:rPr lang="en-US" sz="2800" b="1" dirty="0">
                <a:solidFill>
                  <a:schemeClr val="bg1"/>
                </a:solidFill>
              </a:rPr>
              <a:t>Set the expectation that the candidate is sending you a personalized, specifically tailored thank you note to relay to the hiring manager.</a:t>
            </a:r>
          </a:p>
        </p:txBody>
      </p:sp>
    </p:spTree>
    <p:extLst>
      <p:ext uri="{BB962C8B-B14F-4D97-AF65-F5344CB8AC3E}">
        <p14:creationId xmlns:p14="http://schemas.microsoft.com/office/powerpoint/2010/main" val="364356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BF408-DDE8-A1E8-5F89-3B4A2D46B43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D90F53B-7225-F4F4-2388-6CE7191CCC9F}"/>
              </a:ext>
            </a:extLst>
          </p:cNvPr>
          <p:cNvSpPr/>
          <p:nvPr/>
        </p:nvSpPr>
        <p:spPr>
          <a:xfrm>
            <a:off x="0" y="5878928"/>
            <a:ext cx="12192000" cy="954107"/>
          </a:xfrm>
          <a:prstGeom prst="rect">
            <a:avLst/>
          </a:prstGeom>
          <a:solidFill>
            <a:srgbClr val="349A4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2467F13-BB44-98A2-A754-D41682DBC528}"/>
              </a:ext>
            </a:extLst>
          </p:cNvPr>
          <p:cNvPicPr>
            <a:picLocks noChangeAspect="1"/>
          </p:cNvPicPr>
          <p:nvPr/>
        </p:nvPicPr>
        <p:blipFill>
          <a:blip r:embed="rId3"/>
          <a:stretch>
            <a:fillRect/>
          </a:stretch>
        </p:blipFill>
        <p:spPr>
          <a:xfrm>
            <a:off x="0" y="0"/>
            <a:ext cx="12192000" cy="6175011"/>
          </a:xfrm>
          <a:prstGeom prst="rect">
            <a:avLst/>
          </a:prstGeom>
        </p:spPr>
      </p:pic>
      <p:sp>
        <p:nvSpPr>
          <p:cNvPr id="7" name="TextBox 6">
            <a:extLst>
              <a:ext uri="{FF2B5EF4-FFF2-40B4-BE49-F238E27FC236}">
                <a16:creationId xmlns:a16="http://schemas.microsoft.com/office/drawing/2014/main" id="{0B3D8EFD-B0F5-F9C7-F8A9-3051F70FC228}"/>
              </a:ext>
            </a:extLst>
          </p:cNvPr>
          <p:cNvSpPr txBox="1"/>
          <p:nvPr/>
        </p:nvSpPr>
        <p:spPr>
          <a:xfrm>
            <a:off x="1343495" y="386980"/>
            <a:ext cx="9888611" cy="769441"/>
          </a:xfrm>
          <a:prstGeom prst="rect">
            <a:avLst/>
          </a:prstGeom>
          <a:noFill/>
        </p:spPr>
        <p:txBody>
          <a:bodyPr wrap="square">
            <a:spAutoFit/>
          </a:bodyPr>
          <a:lstStyle/>
          <a:p>
            <a:r>
              <a:rPr lang="en-US" sz="4400">
                <a:solidFill>
                  <a:schemeClr val="bg1"/>
                </a:solidFill>
              </a:rPr>
              <a:t>Closing Should Always Be At The Forefront</a:t>
            </a:r>
            <a:endParaRPr lang="en-US" sz="4400"/>
          </a:p>
        </p:txBody>
      </p:sp>
      <p:sp>
        <p:nvSpPr>
          <p:cNvPr id="11" name="TextBox 10">
            <a:extLst>
              <a:ext uri="{FF2B5EF4-FFF2-40B4-BE49-F238E27FC236}">
                <a16:creationId xmlns:a16="http://schemas.microsoft.com/office/drawing/2014/main" id="{00D67CDC-70FA-1654-1748-A61EB2AC575E}"/>
              </a:ext>
            </a:extLst>
          </p:cNvPr>
          <p:cNvSpPr txBox="1"/>
          <p:nvPr/>
        </p:nvSpPr>
        <p:spPr>
          <a:xfrm>
            <a:off x="4985878" y="1621457"/>
            <a:ext cx="6942370"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Closing starts in the </a:t>
            </a:r>
            <a:r>
              <a:rPr lang="en-US" sz="2400" u="sng" dirty="0"/>
              <a:t>first call with the candidate</a:t>
            </a:r>
          </a:p>
          <a:p>
            <a:pPr lvl="1"/>
            <a:r>
              <a:rPr lang="en-US" sz="2400" dirty="0">
                <a:sym typeface="Wingdings" panose="05000000000000000000" pitchFamily="2" charset="2"/>
              </a:rPr>
              <a:t> Set YOUR expectations</a:t>
            </a:r>
            <a:endParaRPr lang="en-US" sz="2400" dirty="0"/>
          </a:p>
          <a:p>
            <a:pPr marL="342900" indent="-342900">
              <a:buFont typeface="Arial" panose="020B0604020202020204" pitchFamily="34" charset="0"/>
              <a:buChar char="•"/>
            </a:pPr>
            <a:r>
              <a:rPr lang="en-US" sz="2400" dirty="0"/>
              <a:t>Take great notes in initial discussion about their pain points and use them to reference back to the initial wants/needs</a:t>
            </a:r>
          </a:p>
          <a:p>
            <a:pPr marL="342900" indent="-342900">
              <a:buFont typeface="Arial" panose="020B0604020202020204" pitchFamily="34" charset="0"/>
              <a:buChar char="•"/>
            </a:pPr>
            <a:r>
              <a:rPr lang="en-US" sz="2400" dirty="0"/>
              <a:t>You have to know your candidate to sell them the role</a:t>
            </a:r>
          </a:p>
          <a:p>
            <a:pPr marL="342900" indent="-342900">
              <a:buFont typeface="Arial" panose="020B0604020202020204" pitchFamily="34" charset="0"/>
              <a:buChar char="•"/>
            </a:pPr>
            <a:r>
              <a:rPr lang="en-US" sz="2400" dirty="0"/>
              <a:t>Use the candidate debrief to identify the gaps and use that to sell</a:t>
            </a:r>
          </a:p>
          <a:p>
            <a:pPr lvl="1"/>
            <a:r>
              <a:rPr lang="en-US" sz="2400" dirty="0">
                <a:sym typeface="Wingdings" panose="05000000000000000000" pitchFamily="2" charset="2"/>
              </a:rPr>
              <a:t> Use references, candidate thank you notes and testimonials</a:t>
            </a:r>
            <a:endParaRPr lang="en-US" sz="2400" dirty="0"/>
          </a:p>
        </p:txBody>
      </p:sp>
      <p:sp>
        <p:nvSpPr>
          <p:cNvPr id="3" name="TextBox 2">
            <a:extLst>
              <a:ext uri="{FF2B5EF4-FFF2-40B4-BE49-F238E27FC236}">
                <a16:creationId xmlns:a16="http://schemas.microsoft.com/office/drawing/2014/main" id="{DF60DA27-B57F-41DC-943F-6BCF3029106F}"/>
              </a:ext>
            </a:extLst>
          </p:cNvPr>
          <p:cNvSpPr txBox="1"/>
          <p:nvPr/>
        </p:nvSpPr>
        <p:spPr>
          <a:xfrm>
            <a:off x="348018" y="6083902"/>
            <a:ext cx="11495964" cy="523220"/>
          </a:xfrm>
          <a:prstGeom prst="rect">
            <a:avLst/>
          </a:prstGeom>
          <a:noFill/>
        </p:spPr>
        <p:txBody>
          <a:bodyPr wrap="square" rtlCol="0">
            <a:spAutoFit/>
          </a:bodyPr>
          <a:lstStyle/>
          <a:p>
            <a:pPr algn="ctr"/>
            <a:r>
              <a:rPr lang="en-US" sz="2800" b="1" dirty="0">
                <a:solidFill>
                  <a:schemeClr val="bg1"/>
                </a:solidFill>
              </a:rPr>
              <a:t>YOUR JOB AS A RECRUITER IS TO SELL THE ROLE NOT JUST BE PASSIVE.</a:t>
            </a:r>
          </a:p>
        </p:txBody>
      </p:sp>
      <p:pic>
        <p:nvPicPr>
          <p:cNvPr id="6" name="Picture 5">
            <a:extLst>
              <a:ext uri="{FF2B5EF4-FFF2-40B4-BE49-F238E27FC236}">
                <a16:creationId xmlns:a16="http://schemas.microsoft.com/office/drawing/2014/main" id="{01BFE566-49A5-FF09-1B3E-4606F9BBA7E8}"/>
              </a:ext>
            </a:extLst>
          </p:cNvPr>
          <p:cNvPicPr>
            <a:picLocks noChangeAspect="1"/>
          </p:cNvPicPr>
          <p:nvPr/>
        </p:nvPicPr>
        <p:blipFill>
          <a:blip r:embed="rId4"/>
          <a:stretch>
            <a:fillRect/>
          </a:stretch>
        </p:blipFill>
        <p:spPr>
          <a:xfrm>
            <a:off x="448742" y="2333801"/>
            <a:ext cx="4273384" cy="2855583"/>
          </a:xfrm>
          <a:prstGeom prst="rect">
            <a:avLst/>
          </a:prstGeom>
        </p:spPr>
      </p:pic>
    </p:spTree>
    <p:extLst>
      <p:ext uri="{BB962C8B-B14F-4D97-AF65-F5344CB8AC3E}">
        <p14:creationId xmlns:p14="http://schemas.microsoft.com/office/powerpoint/2010/main" val="860609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fferent colored question marks">
            <a:extLst>
              <a:ext uri="{FF2B5EF4-FFF2-40B4-BE49-F238E27FC236}">
                <a16:creationId xmlns:a16="http://schemas.microsoft.com/office/drawing/2014/main" id="{9C391B86-08DD-E67F-4ED1-A2030376A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 y="0"/>
            <a:ext cx="12191551" cy="6858000"/>
          </a:xfrm>
          <a:prstGeom prst="rect">
            <a:avLst/>
          </a:prstGeom>
        </p:spPr>
      </p:pic>
    </p:spTree>
    <p:extLst>
      <p:ext uri="{BB962C8B-B14F-4D97-AF65-F5344CB8AC3E}">
        <p14:creationId xmlns:p14="http://schemas.microsoft.com/office/powerpoint/2010/main" val="3467322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1">
      <a:dk1>
        <a:srgbClr val="002B4B"/>
      </a:dk1>
      <a:lt1>
        <a:srgbClr val="FFFAFC"/>
      </a:lt1>
      <a:dk2>
        <a:srgbClr val="002B4B"/>
      </a:dk2>
      <a:lt2>
        <a:srgbClr val="E7E6E6"/>
      </a:lt2>
      <a:accent1>
        <a:srgbClr val="349A46"/>
      </a:accent1>
      <a:accent2>
        <a:srgbClr val="C3EBCA"/>
      </a:accent2>
      <a:accent3>
        <a:srgbClr val="A3D8FF"/>
      </a:accent3>
      <a:accent4>
        <a:srgbClr val="349A46"/>
      </a:accent4>
      <a:accent5>
        <a:srgbClr val="002B4B"/>
      </a:accent5>
      <a:accent6>
        <a:srgbClr val="349A46"/>
      </a:accent6>
      <a:hlink>
        <a:srgbClr val="002B4B"/>
      </a:hlink>
      <a:folHlink>
        <a:srgbClr val="002B4B"/>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rainingDocumentType xmlns="f08bd697-cae9-4d01-9608-1b1b795739b3">book of businesses</TrainingDocumentTyp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55972326A88CC43954F7DDFA7574A6D" ma:contentTypeVersion="17" ma:contentTypeDescription="Create a new document." ma:contentTypeScope="" ma:versionID="248ae3697b2cdd8d97c55d66c5609bfc">
  <xsd:schema xmlns:xsd="http://www.w3.org/2001/XMLSchema" xmlns:xs="http://www.w3.org/2001/XMLSchema" xmlns:p="http://schemas.microsoft.com/office/2006/metadata/properties" xmlns:ns2="f08bd697-cae9-4d01-9608-1b1b795739b3" xmlns:ns3="95cb4f33-42e9-48b9-aa39-29430486bf92" targetNamespace="http://schemas.microsoft.com/office/2006/metadata/properties" ma:root="true" ma:fieldsID="e9cd56617f5fae5db90a8c6d0dc8e44b" ns2:_="" ns3:_="">
    <xsd:import namespace="f08bd697-cae9-4d01-9608-1b1b795739b3"/>
    <xsd:import namespace="95cb4f33-42e9-48b9-aa39-29430486bf92"/>
    <xsd:element name="properties">
      <xsd:complexType>
        <xsd:sequence>
          <xsd:element name="documentManagement">
            <xsd:complexType>
              <xsd:all>
                <xsd:element ref="ns2:TrainingDocumentType" minOccurs="0"/>
                <xsd:element ref="ns3:SharedWithUsers" minOccurs="0"/>
                <xsd:element ref="ns3:SharingHintHash" minOccurs="0"/>
                <xsd:element ref="ns3:SharedWithDetails" minOccurs="0"/>
                <xsd:element ref="ns3:LastSharedByUser" minOccurs="0"/>
                <xsd:element ref="ns3:LastSharedByTime" minOccurs="0"/>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8bd697-cae9-4d01-9608-1b1b795739b3" elementFormDefault="qualified">
    <xsd:import namespace="http://schemas.microsoft.com/office/2006/documentManagement/types"/>
    <xsd:import namespace="http://schemas.microsoft.com/office/infopath/2007/PartnerControls"/>
    <xsd:element name="TrainingDocumentType" ma:index="8" nillable="true" ma:displayName="TrainingDocumentType" ma:format="Dropdown" ma:internalName="TrainingDocumentType">
      <xsd:simpleType>
        <xsd:restriction base="dms:Choice">
          <xsd:enumeration value="book of businesses"/>
          <xsd:enumeration value="financial training"/>
          <xsd:enumeration value="manuals"/>
          <xsd:enumeration value="process training"/>
          <xsd:enumeration value="sales training"/>
          <xsd:enumeration value="technology training"/>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MediaServiceAutoTags" ma:internalName="MediaServiceAutoTags"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DateTaken" ma:index="22" nillable="true" ma:displayName="MediaServiceDateTaken" ma:hidden="true" ma:internalName="MediaServiceDateTake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5cb4f33-42e9-48b9-aa39-29430486bf92"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0" nillable="true" ma:displayName="Sharing Hint Hash" ma:internalName="SharingHintHash" ma:readOnly="true">
      <xsd:simpleType>
        <xsd:restriction base="dms:Text"/>
      </xsd:simple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232C0C-2646-4A81-A0D2-2C996D2B475D}">
  <ds:schemaRefs>
    <ds:schemaRef ds:uri="95cb4f33-42e9-48b9-aa39-29430486bf92"/>
    <ds:schemaRef ds:uri="f08bd697-cae9-4d01-9608-1b1b795739b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CD7D4FE-9F8F-4010-A2CC-9EB386258229}">
  <ds:schemaRefs>
    <ds:schemaRef ds:uri="95cb4f33-42e9-48b9-aa39-29430486bf92"/>
    <ds:schemaRef ds:uri="f08bd697-cae9-4d01-9608-1b1b795739b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524B6DE-6E96-4AE6-B8A5-DCD429C25A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383</TotalTime>
  <Words>584</Words>
  <Application>Microsoft Office PowerPoint</Application>
  <PresentationFormat>Widescreen</PresentationFormat>
  <Paragraphs>75</Paragraphs>
  <Slides>10</Slides>
  <Notes>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AlternateGothic2 BT</vt:lpstr>
      <vt:lpstr>Arial</vt:lpstr>
      <vt:lpstr>Calibri</vt:lpstr>
      <vt:lpstr>Calibri Light</vt:lpstr>
      <vt:lpstr>Sabon Next LT</vt:lpstr>
      <vt:lpstr>Wingdings</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Jessica Zych</dc:creator>
  <cp:lastModifiedBy>Jordan Lyons</cp:lastModifiedBy>
  <cp:revision>4</cp:revision>
  <dcterms:created xsi:type="dcterms:W3CDTF">2020-05-18T21:08:13Z</dcterms:created>
  <dcterms:modified xsi:type="dcterms:W3CDTF">2026-06-22T14:58:41Z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0x010100F55972326A88CC43954F7DDFA7574A6D</vt:lpwstr>
  </property>
</Properties>
</file>